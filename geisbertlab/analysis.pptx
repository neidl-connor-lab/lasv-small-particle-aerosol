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5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B50DD1-CA4A-4319-A240-A08A9D706900}" v="10" dt="2025-09-04T17:36:07.2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rcinovic, Jacquelyn" userId="564ee4eb-27b1-46ca-a5fc-aad240faa357" providerId="ADAL" clId="{4658A047-CE46-4CAA-AE49-087E7DEB1D22}"/>
    <pc:docChg chg="undo custSel addSld modSld addMainMaster delMainMaster">
      <pc:chgData name="Turcinovic, Jacquelyn" userId="564ee4eb-27b1-46ca-a5fc-aad240faa357" providerId="ADAL" clId="{4658A047-CE46-4CAA-AE49-087E7DEB1D22}" dt="2025-08-20T15:29:10.802" v="2240" actId="6549"/>
      <pc:docMkLst>
        <pc:docMk/>
      </pc:docMkLst>
      <pc:sldChg chg="addSp delSp modSp new mod setBg modClrScheme delDesignElem chgLayout">
        <pc:chgData name="Turcinovic, Jacquelyn" userId="564ee4eb-27b1-46ca-a5fc-aad240faa357" providerId="ADAL" clId="{4658A047-CE46-4CAA-AE49-087E7DEB1D22}" dt="2025-08-15T16:27:45.779" v="85" actId="700"/>
        <pc:sldMkLst>
          <pc:docMk/>
          <pc:sldMk cId="1444781579" sldId="256"/>
        </pc:sldMkLst>
        <pc:spChg chg="mod ord">
          <ac:chgData name="Turcinovic, Jacquelyn" userId="564ee4eb-27b1-46ca-a5fc-aad240faa357" providerId="ADAL" clId="{4658A047-CE46-4CAA-AE49-087E7DEB1D22}" dt="2025-08-15T16:27:45.779" v="85" actId="700"/>
          <ac:spMkLst>
            <pc:docMk/>
            <pc:sldMk cId="1444781579" sldId="256"/>
            <ac:spMk id="2" creationId="{500CEF87-E2F4-97D1-A56A-05B725711DAD}"/>
          </ac:spMkLst>
        </pc:spChg>
        <pc:spChg chg="mod ord">
          <ac:chgData name="Turcinovic, Jacquelyn" userId="564ee4eb-27b1-46ca-a5fc-aad240faa357" providerId="ADAL" clId="{4658A047-CE46-4CAA-AE49-087E7DEB1D22}" dt="2025-08-15T16:27:45.779" v="85" actId="700"/>
          <ac:spMkLst>
            <pc:docMk/>
            <pc:sldMk cId="1444781579" sldId="256"/>
            <ac:spMk id="3" creationId="{97889829-E392-AFC1-E6C5-7DFBD1F1CBB1}"/>
          </ac:spMkLst>
        </pc:spChg>
      </pc:sldChg>
      <pc:sldChg chg="addSp delSp modSp new mod setBg">
        <pc:chgData name="Turcinovic, Jacquelyn" userId="564ee4eb-27b1-46ca-a5fc-aad240faa357" providerId="ADAL" clId="{4658A047-CE46-4CAA-AE49-087E7DEB1D22}" dt="2025-08-15T16:31:09.824" v="280" actId="26606"/>
        <pc:sldMkLst>
          <pc:docMk/>
          <pc:sldMk cId="202906335" sldId="257"/>
        </pc:sldMkLst>
        <pc:spChg chg="mod">
          <ac:chgData name="Turcinovic, Jacquelyn" userId="564ee4eb-27b1-46ca-a5fc-aad240faa357" providerId="ADAL" clId="{4658A047-CE46-4CAA-AE49-087E7DEB1D22}" dt="2025-08-15T16:31:06.678" v="279" actId="20577"/>
          <ac:spMkLst>
            <pc:docMk/>
            <pc:sldMk cId="202906335" sldId="257"/>
            <ac:spMk id="2" creationId="{6E5CF2AA-FEAB-2030-055F-8D39BE652233}"/>
          </ac:spMkLst>
        </pc:spChg>
        <pc:spChg chg="mod ord">
          <ac:chgData name="Turcinovic, Jacquelyn" userId="564ee4eb-27b1-46ca-a5fc-aad240faa357" providerId="ADAL" clId="{4658A047-CE46-4CAA-AE49-087E7DEB1D22}" dt="2025-08-15T16:29:18.997" v="90" actId="26606"/>
          <ac:spMkLst>
            <pc:docMk/>
            <pc:sldMk cId="202906335" sldId="257"/>
            <ac:spMk id="4" creationId="{8663271E-B9C9-12C4-8C45-C1AA86D24DA0}"/>
          </ac:spMkLst>
        </pc:spChg>
        <pc:spChg chg="mod">
          <ac:chgData name="Turcinovic, Jacquelyn" userId="564ee4eb-27b1-46ca-a5fc-aad240faa357" providerId="ADAL" clId="{4658A047-CE46-4CAA-AE49-087E7DEB1D22}" dt="2025-08-15T16:29:18.997" v="90" actId="26606"/>
          <ac:spMkLst>
            <pc:docMk/>
            <pc:sldMk cId="202906335" sldId="257"/>
            <ac:spMk id="5" creationId="{CB66E595-5CF5-9634-5A55-620204457A5C}"/>
          </ac:spMkLst>
        </pc:spChg>
        <pc:spChg chg="mod">
          <ac:chgData name="Turcinovic, Jacquelyn" userId="564ee4eb-27b1-46ca-a5fc-aad240faa357" providerId="ADAL" clId="{4658A047-CE46-4CAA-AE49-087E7DEB1D22}" dt="2025-08-15T16:29:18.997" v="90" actId="26606"/>
          <ac:spMkLst>
            <pc:docMk/>
            <pc:sldMk cId="202906335" sldId="257"/>
            <ac:spMk id="6" creationId="{97E29897-ACD1-03F8-28C2-2682BBB51C34}"/>
          </ac:spMkLst>
        </pc:spChg>
        <pc:spChg chg="add mod">
          <ac:chgData name="Turcinovic, Jacquelyn" userId="564ee4eb-27b1-46ca-a5fc-aad240faa357" providerId="ADAL" clId="{4658A047-CE46-4CAA-AE49-087E7DEB1D22}" dt="2025-08-15T16:31:09.824" v="280" actId="26606"/>
          <ac:spMkLst>
            <pc:docMk/>
            <pc:sldMk cId="202906335" sldId="257"/>
            <ac:spMk id="12" creationId="{004B84E7-401E-9329-2921-3EF1F8547CDC}"/>
          </ac:spMkLst>
        </pc:spChg>
        <pc:spChg chg="add">
          <ac:chgData name="Turcinovic, Jacquelyn" userId="564ee4eb-27b1-46ca-a5fc-aad240faa357" providerId="ADAL" clId="{4658A047-CE46-4CAA-AE49-087E7DEB1D22}" dt="2025-08-15T16:31:09.824" v="280" actId="26606"/>
          <ac:spMkLst>
            <pc:docMk/>
            <pc:sldMk cId="202906335" sldId="257"/>
            <ac:spMk id="24" creationId="{EB6D1D7F-141C-4D8E-BFBA-D95B68E16385}"/>
          </ac:spMkLst>
        </pc:spChg>
        <pc:spChg chg="add">
          <ac:chgData name="Turcinovic, Jacquelyn" userId="564ee4eb-27b1-46ca-a5fc-aad240faa357" providerId="ADAL" clId="{4658A047-CE46-4CAA-AE49-087E7DEB1D22}" dt="2025-08-15T16:31:09.824" v="280" actId="26606"/>
          <ac:spMkLst>
            <pc:docMk/>
            <pc:sldMk cId="202906335" sldId="257"/>
            <ac:spMk id="26" creationId="{558DA214-7FDA-4C9D-A7CF-9AD725E290E1}"/>
          </ac:spMkLst>
        </pc:spChg>
        <pc:spChg chg="add">
          <ac:chgData name="Turcinovic, Jacquelyn" userId="564ee4eb-27b1-46ca-a5fc-aad240faa357" providerId="ADAL" clId="{4658A047-CE46-4CAA-AE49-087E7DEB1D22}" dt="2025-08-15T16:31:09.824" v="280" actId="26606"/>
          <ac:spMkLst>
            <pc:docMk/>
            <pc:sldMk cId="202906335" sldId="257"/>
            <ac:spMk id="28" creationId="{A77F89CE-BF52-4AF5-8B0B-7E9693734EDE}"/>
          </ac:spMkLst>
        </pc:spChg>
        <pc:picChg chg="add mod">
          <ac:chgData name="Turcinovic, Jacquelyn" userId="564ee4eb-27b1-46ca-a5fc-aad240faa357" providerId="ADAL" clId="{4658A047-CE46-4CAA-AE49-087E7DEB1D22}" dt="2025-08-15T16:31:09.824" v="280" actId="26606"/>
          <ac:picMkLst>
            <pc:docMk/>
            <pc:sldMk cId="202906335" sldId="257"/>
            <ac:picMk id="8" creationId="{9902B86E-7A4A-24F0-7B29-239C93BC6B48}"/>
          </ac:picMkLst>
        </pc:picChg>
        <pc:picChg chg="add mod ord">
          <ac:chgData name="Turcinovic, Jacquelyn" userId="564ee4eb-27b1-46ca-a5fc-aad240faa357" providerId="ADAL" clId="{4658A047-CE46-4CAA-AE49-087E7DEB1D22}" dt="2025-08-15T16:31:09.824" v="280" actId="26606"/>
          <ac:picMkLst>
            <pc:docMk/>
            <pc:sldMk cId="202906335" sldId="257"/>
            <ac:picMk id="10" creationId="{E76EB6EE-C201-A208-D658-D7AAF68C8465}"/>
          </ac:picMkLst>
        </pc:picChg>
      </pc:sldChg>
      <pc:sldChg chg="addSp delSp modSp new mod setBg modClrScheme delDesignElem chgLayout">
        <pc:chgData name="Turcinovic, Jacquelyn" userId="564ee4eb-27b1-46ca-a5fc-aad240faa357" providerId="ADAL" clId="{4658A047-CE46-4CAA-AE49-087E7DEB1D22}" dt="2025-08-15T16:33:11.288" v="405" actId="26606"/>
        <pc:sldMkLst>
          <pc:docMk/>
          <pc:sldMk cId="2676551860" sldId="258"/>
        </pc:sldMkLst>
        <pc:spChg chg="mod ord">
          <ac:chgData name="Turcinovic, Jacquelyn" userId="564ee4eb-27b1-46ca-a5fc-aad240faa357" providerId="ADAL" clId="{4658A047-CE46-4CAA-AE49-087E7DEB1D22}" dt="2025-08-15T16:33:11.288" v="405" actId="26606"/>
          <ac:spMkLst>
            <pc:docMk/>
            <pc:sldMk cId="2676551860" sldId="258"/>
            <ac:spMk id="4" creationId="{3899AD65-5C95-868C-C8DA-2C78B7960518}"/>
          </ac:spMkLst>
        </pc:spChg>
        <pc:spChg chg="mod ord">
          <ac:chgData name="Turcinovic, Jacquelyn" userId="564ee4eb-27b1-46ca-a5fc-aad240faa357" providerId="ADAL" clId="{4658A047-CE46-4CAA-AE49-087E7DEB1D22}" dt="2025-08-15T16:33:11.288" v="405" actId="26606"/>
          <ac:spMkLst>
            <pc:docMk/>
            <pc:sldMk cId="2676551860" sldId="258"/>
            <ac:spMk id="5" creationId="{D88CC651-A570-1B7B-E1CE-6E08CD2DF37B}"/>
          </ac:spMkLst>
        </pc:spChg>
        <pc:spChg chg="mod ord">
          <ac:chgData name="Turcinovic, Jacquelyn" userId="564ee4eb-27b1-46ca-a5fc-aad240faa357" providerId="ADAL" clId="{4658A047-CE46-4CAA-AE49-087E7DEB1D22}" dt="2025-08-15T16:33:11.288" v="405" actId="26606"/>
          <ac:spMkLst>
            <pc:docMk/>
            <pc:sldMk cId="2676551860" sldId="258"/>
            <ac:spMk id="6" creationId="{993CB1A3-0555-4A22-6E0A-577582E42421}"/>
          </ac:spMkLst>
        </pc:spChg>
        <pc:spChg chg="add mod ord">
          <ac:chgData name="Turcinovic, Jacquelyn" userId="564ee4eb-27b1-46ca-a5fc-aad240faa357" providerId="ADAL" clId="{4658A047-CE46-4CAA-AE49-087E7DEB1D22}" dt="2025-08-15T16:33:11.288" v="405" actId="26606"/>
          <ac:spMkLst>
            <pc:docMk/>
            <pc:sldMk cId="2676551860" sldId="258"/>
            <ac:spMk id="16" creationId="{6FBB0715-86EF-747D-F294-A9C48D9946C1}"/>
          </ac:spMkLst>
        </pc:spChg>
        <pc:spChg chg="add">
          <ac:chgData name="Turcinovic, Jacquelyn" userId="564ee4eb-27b1-46ca-a5fc-aad240faa357" providerId="ADAL" clId="{4658A047-CE46-4CAA-AE49-087E7DEB1D22}" dt="2025-08-15T16:33:11.288" v="405" actId="26606"/>
          <ac:spMkLst>
            <pc:docMk/>
            <pc:sldMk cId="2676551860" sldId="258"/>
            <ac:spMk id="37" creationId="{09A1C012-8297-4361-ACE8-A2509FB18911}"/>
          </ac:spMkLst>
        </pc:spChg>
        <pc:spChg chg="add">
          <ac:chgData name="Turcinovic, Jacquelyn" userId="564ee4eb-27b1-46ca-a5fc-aad240faa357" providerId="ADAL" clId="{4658A047-CE46-4CAA-AE49-087E7DEB1D22}" dt="2025-08-15T16:33:11.288" v="405" actId="26606"/>
          <ac:spMkLst>
            <pc:docMk/>
            <pc:sldMk cId="2676551860" sldId="258"/>
            <ac:spMk id="38" creationId="{4AA13AD3-0A4F-475A-BEBB-DEEFF5C096C3}"/>
          </ac:spMkLst>
        </pc:spChg>
        <pc:spChg chg="add">
          <ac:chgData name="Turcinovic, Jacquelyn" userId="564ee4eb-27b1-46ca-a5fc-aad240faa357" providerId="ADAL" clId="{4658A047-CE46-4CAA-AE49-087E7DEB1D22}" dt="2025-08-15T16:33:11.288" v="405" actId="26606"/>
          <ac:spMkLst>
            <pc:docMk/>
            <pc:sldMk cId="2676551860" sldId="258"/>
            <ac:spMk id="39" creationId="{9654BDA8-EE5D-4DC8-BA6E-A93D650163BA}"/>
          </ac:spMkLst>
        </pc:spChg>
        <pc:picChg chg="add mod ord">
          <ac:chgData name="Turcinovic, Jacquelyn" userId="564ee4eb-27b1-46ca-a5fc-aad240faa357" providerId="ADAL" clId="{4658A047-CE46-4CAA-AE49-087E7DEB1D22}" dt="2025-08-15T16:32:51.047" v="370" actId="26606"/>
          <ac:picMkLst>
            <pc:docMk/>
            <pc:sldMk cId="2676551860" sldId="258"/>
            <ac:picMk id="22" creationId="{A4F94D2B-9E45-7314-7C58-37E5FC8F0CD7}"/>
          </ac:picMkLst>
        </pc:picChg>
      </pc:sldChg>
      <pc:sldChg chg="addSp delSp modSp new mod setBg modClrScheme delDesignElem chgLayout">
        <pc:chgData name="Turcinovic, Jacquelyn" userId="564ee4eb-27b1-46ca-a5fc-aad240faa357" providerId="ADAL" clId="{4658A047-CE46-4CAA-AE49-087E7DEB1D22}" dt="2025-08-15T16:38:10.187" v="594" actId="207"/>
        <pc:sldMkLst>
          <pc:docMk/>
          <pc:sldMk cId="1070078606" sldId="259"/>
        </pc:sldMkLst>
        <pc:spChg chg="mod ord">
          <ac:chgData name="Turcinovic, Jacquelyn" userId="564ee4eb-27b1-46ca-a5fc-aad240faa357" providerId="ADAL" clId="{4658A047-CE46-4CAA-AE49-087E7DEB1D22}" dt="2025-08-15T16:33:45.339" v="414" actId="700"/>
          <ac:spMkLst>
            <pc:docMk/>
            <pc:sldMk cId="1070078606" sldId="259"/>
            <ac:spMk id="4" creationId="{A370A5B4-601B-EEB5-DA0D-9C4BA68CA188}"/>
          </ac:spMkLst>
        </pc:spChg>
        <pc:spChg chg="mod ord">
          <ac:chgData name="Turcinovic, Jacquelyn" userId="564ee4eb-27b1-46ca-a5fc-aad240faa357" providerId="ADAL" clId="{4658A047-CE46-4CAA-AE49-087E7DEB1D22}" dt="2025-08-15T16:38:10.187" v="594" actId="207"/>
          <ac:spMkLst>
            <pc:docMk/>
            <pc:sldMk cId="1070078606" sldId="259"/>
            <ac:spMk id="5" creationId="{68EBA583-3320-8CA3-3584-1BEE11917C3F}"/>
          </ac:spMkLst>
        </pc:spChg>
        <pc:spChg chg="mod ord">
          <ac:chgData name="Turcinovic, Jacquelyn" userId="564ee4eb-27b1-46ca-a5fc-aad240faa357" providerId="ADAL" clId="{4658A047-CE46-4CAA-AE49-087E7DEB1D22}" dt="2025-08-15T16:33:45.339" v="414" actId="700"/>
          <ac:spMkLst>
            <pc:docMk/>
            <pc:sldMk cId="1070078606" sldId="259"/>
            <ac:spMk id="6" creationId="{B4A42712-1CC7-0672-0FDD-B772D36BD66F}"/>
          </ac:spMkLst>
        </pc:spChg>
        <pc:spChg chg="mod">
          <ac:chgData name="Turcinovic, Jacquelyn" userId="564ee4eb-27b1-46ca-a5fc-aad240faa357" providerId="ADAL" clId="{4658A047-CE46-4CAA-AE49-087E7DEB1D22}" dt="2025-08-15T16:37:38.093" v="589" actId="14100"/>
          <ac:spMkLst>
            <pc:docMk/>
            <pc:sldMk cId="1070078606" sldId="259"/>
            <ac:spMk id="11" creationId="{523345E9-DD77-D89D-C910-A4B9A3A5471A}"/>
          </ac:spMkLst>
        </pc:spChg>
        <pc:spChg chg="add mod ord">
          <ac:chgData name="Turcinovic, Jacquelyn" userId="564ee4eb-27b1-46ca-a5fc-aad240faa357" providerId="ADAL" clId="{4658A047-CE46-4CAA-AE49-087E7DEB1D22}" dt="2025-08-15T16:37:53.277" v="593" actId="27636"/>
          <ac:spMkLst>
            <pc:docMk/>
            <pc:sldMk cId="1070078606" sldId="259"/>
            <ac:spMk id="13" creationId="{4FB1A048-96EB-4C4D-E544-D27C9DDCA0A4}"/>
          </ac:spMkLst>
        </pc:spChg>
        <pc:grpChg chg="add mod">
          <ac:chgData name="Turcinovic, Jacquelyn" userId="564ee4eb-27b1-46ca-a5fc-aad240faa357" providerId="ADAL" clId="{4658A047-CE46-4CAA-AE49-087E7DEB1D22}" dt="2025-08-15T16:37:20.782" v="588" actId="1076"/>
          <ac:grpSpMkLst>
            <pc:docMk/>
            <pc:sldMk cId="1070078606" sldId="259"/>
            <ac:grpSpMk id="15" creationId="{47E8DFD1-C511-D37C-2A4A-D10A805B727E}"/>
          </ac:grpSpMkLst>
        </pc:grpChg>
        <pc:picChg chg="add mod modCrop">
          <ac:chgData name="Turcinovic, Jacquelyn" userId="564ee4eb-27b1-46ca-a5fc-aad240faa357" providerId="ADAL" clId="{4658A047-CE46-4CAA-AE49-087E7DEB1D22}" dt="2025-08-15T16:36:26.372" v="577" actId="34135"/>
          <ac:picMkLst>
            <pc:docMk/>
            <pc:sldMk cId="1070078606" sldId="259"/>
            <ac:picMk id="8" creationId="{14CD0159-7D36-B4D6-A9E5-15BA8E159085}"/>
          </ac:picMkLst>
        </pc:picChg>
        <pc:picChg chg="add mod ord">
          <ac:chgData name="Turcinovic, Jacquelyn" userId="564ee4eb-27b1-46ca-a5fc-aad240faa357" providerId="ADAL" clId="{4658A047-CE46-4CAA-AE49-087E7DEB1D22}" dt="2025-08-15T16:36:26.372" v="577" actId="34135"/>
          <ac:picMkLst>
            <pc:docMk/>
            <pc:sldMk cId="1070078606" sldId="259"/>
            <ac:picMk id="10" creationId="{82F178D0-25B1-10E4-1BE8-05C22CEEE755}"/>
          </ac:picMkLst>
        </pc:picChg>
      </pc:sldChg>
      <pc:sldChg chg="addSp delSp modSp new mod setBg">
        <pc:chgData name="Turcinovic, Jacquelyn" userId="564ee4eb-27b1-46ca-a5fc-aad240faa357" providerId="ADAL" clId="{4658A047-CE46-4CAA-AE49-087E7DEB1D22}" dt="2025-08-15T16:39:57.011" v="792" actId="1076"/>
        <pc:sldMkLst>
          <pc:docMk/>
          <pc:sldMk cId="644949355" sldId="260"/>
        </pc:sldMkLst>
        <pc:spChg chg="mod">
          <ac:chgData name="Turcinovic, Jacquelyn" userId="564ee4eb-27b1-46ca-a5fc-aad240faa357" providerId="ADAL" clId="{4658A047-CE46-4CAA-AE49-087E7DEB1D22}" dt="2025-08-15T16:39:47.644" v="790" actId="26606"/>
          <ac:spMkLst>
            <pc:docMk/>
            <pc:sldMk cId="644949355" sldId="260"/>
            <ac:spMk id="3" creationId="{DC83C4AB-326F-1D8B-B997-63EE12572AEE}"/>
          </ac:spMkLst>
        </pc:spChg>
        <pc:spChg chg="mod ord">
          <ac:chgData name="Turcinovic, Jacquelyn" userId="564ee4eb-27b1-46ca-a5fc-aad240faa357" providerId="ADAL" clId="{4658A047-CE46-4CAA-AE49-087E7DEB1D22}" dt="2025-08-15T16:39:47.644" v="790" actId="26606"/>
          <ac:spMkLst>
            <pc:docMk/>
            <pc:sldMk cId="644949355" sldId="260"/>
            <ac:spMk id="4" creationId="{982FC99E-0787-7B14-41D5-9BB8379A9EE0}"/>
          </ac:spMkLst>
        </pc:spChg>
        <pc:spChg chg="mod">
          <ac:chgData name="Turcinovic, Jacquelyn" userId="564ee4eb-27b1-46ca-a5fc-aad240faa357" providerId="ADAL" clId="{4658A047-CE46-4CAA-AE49-087E7DEB1D22}" dt="2025-08-15T16:39:47.644" v="790" actId="26606"/>
          <ac:spMkLst>
            <pc:docMk/>
            <pc:sldMk cId="644949355" sldId="260"/>
            <ac:spMk id="5" creationId="{8C7139C1-5007-D3E9-7AF0-E9BD0D612294}"/>
          </ac:spMkLst>
        </pc:spChg>
        <pc:spChg chg="mod">
          <ac:chgData name="Turcinovic, Jacquelyn" userId="564ee4eb-27b1-46ca-a5fc-aad240faa357" providerId="ADAL" clId="{4658A047-CE46-4CAA-AE49-087E7DEB1D22}" dt="2025-08-15T16:39:47.644" v="790" actId="26606"/>
          <ac:spMkLst>
            <pc:docMk/>
            <pc:sldMk cId="644949355" sldId="260"/>
            <ac:spMk id="6" creationId="{6DF7D683-401E-7371-6D54-EF34A3EB672D}"/>
          </ac:spMkLst>
        </pc:spChg>
        <pc:spChg chg="mod ord">
          <ac:chgData name="Turcinovic, Jacquelyn" userId="564ee4eb-27b1-46ca-a5fc-aad240faa357" providerId="ADAL" clId="{4658A047-CE46-4CAA-AE49-087E7DEB1D22}" dt="2025-08-15T16:39:47.644" v="790" actId="26606"/>
          <ac:spMkLst>
            <pc:docMk/>
            <pc:sldMk cId="644949355" sldId="260"/>
            <ac:spMk id="7" creationId="{F9FD874B-9119-D30F-C51B-666624BBC579}"/>
          </ac:spMkLst>
        </pc:spChg>
        <pc:spChg chg="add">
          <ac:chgData name="Turcinovic, Jacquelyn" userId="564ee4eb-27b1-46ca-a5fc-aad240faa357" providerId="ADAL" clId="{4658A047-CE46-4CAA-AE49-087E7DEB1D22}" dt="2025-08-15T16:39:47.644" v="790" actId="26606"/>
          <ac:spMkLst>
            <pc:docMk/>
            <pc:sldMk cId="644949355" sldId="260"/>
            <ac:spMk id="14" creationId="{09A1C012-8297-4361-ACE8-A2509FB18911}"/>
          </ac:spMkLst>
        </pc:spChg>
        <pc:spChg chg="add">
          <ac:chgData name="Turcinovic, Jacquelyn" userId="564ee4eb-27b1-46ca-a5fc-aad240faa357" providerId="ADAL" clId="{4658A047-CE46-4CAA-AE49-087E7DEB1D22}" dt="2025-08-15T16:39:47.644" v="790" actId="26606"/>
          <ac:spMkLst>
            <pc:docMk/>
            <pc:sldMk cId="644949355" sldId="260"/>
            <ac:spMk id="16" creationId="{4AA13AD3-0A4F-475A-BEBB-DEEFF5C096C3}"/>
          </ac:spMkLst>
        </pc:spChg>
        <pc:spChg chg="add">
          <ac:chgData name="Turcinovic, Jacquelyn" userId="564ee4eb-27b1-46ca-a5fc-aad240faa357" providerId="ADAL" clId="{4658A047-CE46-4CAA-AE49-087E7DEB1D22}" dt="2025-08-15T16:39:47.644" v="790" actId="26606"/>
          <ac:spMkLst>
            <pc:docMk/>
            <pc:sldMk cId="644949355" sldId="260"/>
            <ac:spMk id="18" creationId="{D65E0E3C-32F3-480B-9842-7611BBE2EE9F}"/>
          </ac:spMkLst>
        </pc:spChg>
        <pc:picChg chg="add mod ord">
          <ac:chgData name="Turcinovic, Jacquelyn" userId="564ee4eb-27b1-46ca-a5fc-aad240faa357" providerId="ADAL" clId="{4658A047-CE46-4CAA-AE49-087E7DEB1D22}" dt="2025-08-15T16:39:57.011" v="792" actId="1076"/>
          <ac:picMkLst>
            <pc:docMk/>
            <pc:sldMk cId="644949355" sldId="260"/>
            <ac:picMk id="9" creationId="{45ABD07B-BC5F-3F70-F303-B4B63A1ED827}"/>
          </ac:picMkLst>
        </pc:picChg>
      </pc:sldChg>
      <pc:sldChg chg="addSp delSp modSp new mod setBg">
        <pc:chgData name="Turcinovic, Jacquelyn" userId="564ee4eb-27b1-46ca-a5fc-aad240faa357" providerId="ADAL" clId="{4658A047-CE46-4CAA-AE49-087E7DEB1D22}" dt="2025-08-15T16:44:41.818" v="1119" actId="27636"/>
        <pc:sldMkLst>
          <pc:docMk/>
          <pc:sldMk cId="57501837" sldId="261"/>
        </pc:sldMkLst>
        <pc:spChg chg="mod">
          <ac:chgData name="Turcinovic, Jacquelyn" userId="564ee4eb-27b1-46ca-a5fc-aad240faa357" providerId="ADAL" clId="{4658A047-CE46-4CAA-AE49-087E7DEB1D22}" dt="2025-08-15T16:44:41.818" v="1119" actId="27636"/>
          <ac:spMkLst>
            <pc:docMk/>
            <pc:sldMk cId="57501837" sldId="261"/>
            <ac:spMk id="3" creationId="{3BDFB1D4-29F5-F4EE-DC9F-DE40A519C2A3}"/>
          </ac:spMkLst>
        </pc:spChg>
        <pc:spChg chg="mod ord">
          <ac:chgData name="Turcinovic, Jacquelyn" userId="564ee4eb-27b1-46ca-a5fc-aad240faa357" providerId="ADAL" clId="{4658A047-CE46-4CAA-AE49-087E7DEB1D22}" dt="2025-08-15T16:42:07.012" v="1013" actId="26606"/>
          <ac:spMkLst>
            <pc:docMk/>
            <pc:sldMk cId="57501837" sldId="261"/>
            <ac:spMk id="4" creationId="{BCF6F361-4F5D-3FD1-FDA6-C8A5E59CE094}"/>
          </ac:spMkLst>
        </pc:spChg>
        <pc:spChg chg="mod">
          <ac:chgData name="Turcinovic, Jacquelyn" userId="564ee4eb-27b1-46ca-a5fc-aad240faa357" providerId="ADAL" clId="{4658A047-CE46-4CAA-AE49-087E7DEB1D22}" dt="2025-08-15T16:42:07.012" v="1013" actId="26606"/>
          <ac:spMkLst>
            <pc:docMk/>
            <pc:sldMk cId="57501837" sldId="261"/>
            <ac:spMk id="5" creationId="{1E0B1E53-FFA3-AF8A-F341-9EB4649A8BB2}"/>
          </ac:spMkLst>
        </pc:spChg>
        <pc:spChg chg="mod">
          <ac:chgData name="Turcinovic, Jacquelyn" userId="564ee4eb-27b1-46ca-a5fc-aad240faa357" providerId="ADAL" clId="{4658A047-CE46-4CAA-AE49-087E7DEB1D22}" dt="2025-08-15T16:42:07.012" v="1013" actId="26606"/>
          <ac:spMkLst>
            <pc:docMk/>
            <pc:sldMk cId="57501837" sldId="261"/>
            <ac:spMk id="6" creationId="{A8782C30-98AA-EB64-8F73-B835373CF12C}"/>
          </ac:spMkLst>
        </pc:spChg>
        <pc:spChg chg="mod ord">
          <ac:chgData name="Turcinovic, Jacquelyn" userId="564ee4eb-27b1-46ca-a5fc-aad240faa357" providerId="ADAL" clId="{4658A047-CE46-4CAA-AE49-087E7DEB1D22}" dt="2025-08-15T16:42:07.012" v="1013" actId="26606"/>
          <ac:spMkLst>
            <pc:docMk/>
            <pc:sldMk cId="57501837" sldId="261"/>
            <ac:spMk id="7" creationId="{E45F5A29-F6B9-24CC-6E3F-226ED43FFD11}"/>
          </ac:spMkLst>
        </pc:spChg>
        <pc:spChg chg="add">
          <ac:chgData name="Turcinovic, Jacquelyn" userId="564ee4eb-27b1-46ca-a5fc-aad240faa357" providerId="ADAL" clId="{4658A047-CE46-4CAA-AE49-087E7DEB1D22}" dt="2025-08-15T16:42:07.012" v="1013" actId="26606"/>
          <ac:spMkLst>
            <pc:docMk/>
            <pc:sldMk cId="57501837" sldId="261"/>
            <ac:spMk id="14" creationId="{1D153959-30FA-4987-A094-7243641F474B}"/>
          </ac:spMkLst>
        </pc:spChg>
        <pc:spChg chg="add">
          <ac:chgData name="Turcinovic, Jacquelyn" userId="564ee4eb-27b1-46ca-a5fc-aad240faa357" providerId="ADAL" clId="{4658A047-CE46-4CAA-AE49-087E7DEB1D22}" dt="2025-08-15T16:42:07.012" v="1013" actId="26606"/>
          <ac:spMkLst>
            <pc:docMk/>
            <pc:sldMk cId="57501837" sldId="261"/>
            <ac:spMk id="16" creationId="{EB6D1D7F-141C-4D8E-BFBA-D95B68E16385}"/>
          </ac:spMkLst>
        </pc:spChg>
        <pc:spChg chg="add">
          <ac:chgData name="Turcinovic, Jacquelyn" userId="564ee4eb-27b1-46ca-a5fc-aad240faa357" providerId="ADAL" clId="{4658A047-CE46-4CAA-AE49-087E7DEB1D22}" dt="2025-08-15T16:42:07.012" v="1013" actId="26606"/>
          <ac:spMkLst>
            <pc:docMk/>
            <pc:sldMk cId="57501837" sldId="261"/>
            <ac:spMk id="18" creationId="{558DA214-7FDA-4C9D-A7CF-9AD725E290E1}"/>
          </ac:spMkLst>
        </pc:spChg>
        <pc:spChg chg="add">
          <ac:chgData name="Turcinovic, Jacquelyn" userId="564ee4eb-27b1-46ca-a5fc-aad240faa357" providerId="ADAL" clId="{4658A047-CE46-4CAA-AE49-087E7DEB1D22}" dt="2025-08-15T16:42:07.012" v="1013" actId="26606"/>
          <ac:spMkLst>
            <pc:docMk/>
            <pc:sldMk cId="57501837" sldId="261"/>
            <ac:spMk id="20" creationId="{A77F89CE-BF52-4AF5-8B0B-7E9693734EDE}"/>
          </ac:spMkLst>
        </pc:spChg>
        <pc:picChg chg="add mod ord">
          <ac:chgData name="Turcinovic, Jacquelyn" userId="564ee4eb-27b1-46ca-a5fc-aad240faa357" providerId="ADAL" clId="{4658A047-CE46-4CAA-AE49-087E7DEB1D22}" dt="2025-08-15T16:42:40.229" v="1018" actId="12789"/>
          <ac:picMkLst>
            <pc:docMk/>
            <pc:sldMk cId="57501837" sldId="261"/>
            <ac:picMk id="9" creationId="{D69DF2D3-2590-7A8C-7424-5ED7FC4655B6}"/>
          </ac:picMkLst>
        </pc:picChg>
      </pc:sldChg>
      <pc:sldChg chg="addSp delSp modSp add mod">
        <pc:chgData name="Turcinovic, Jacquelyn" userId="564ee4eb-27b1-46ca-a5fc-aad240faa357" providerId="ADAL" clId="{4658A047-CE46-4CAA-AE49-087E7DEB1D22}" dt="2025-08-15T16:44:37.303" v="1117" actId="20577"/>
        <pc:sldMkLst>
          <pc:docMk/>
          <pc:sldMk cId="3837571666" sldId="262"/>
        </pc:sldMkLst>
        <pc:spChg chg="mod">
          <ac:chgData name="Turcinovic, Jacquelyn" userId="564ee4eb-27b1-46ca-a5fc-aad240faa357" providerId="ADAL" clId="{4658A047-CE46-4CAA-AE49-087E7DEB1D22}" dt="2025-08-15T16:44:37.303" v="1117" actId="20577"/>
          <ac:spMkLst>
            <pc:docMk/>
            <pc:sldMk cId="3837571666" sldId="262"/>
            <ac:spMk id="3" creationId="{702D83F0-A5F6-EB75-7584-3DCBBF8147D1}"/>
          </ac:spMkLst>
        </pc:spChg>
        <pc:picChg chg="add mod">
          <ac:chgData name="Turcinovic, Jacquelyn" userId="564ee4eb-27b1-46ca-a5fc-aad240faa357" providerId="ADAL" clId="{4658A047-CE46-4CAA-AE49-087E7DEB1D22}" dt="2025-08-15T16:43:45.396" v="1079" actId="12789"/>
          <ac:picMkLst>
            <pc:docMk/>
            <pc:sldMk cId="3837571666" sldId="262"/>
            <ac:picMk id="11" creationId="{AE9838A4-C4F6-AA3F-D255-9A08CC4D77CC}"/>
          </ac:picMkLst>
        </pc:picChg>
      </pc:sldChg>
      <pc:sldChg chg="addSp delSp modSp new mod setBg">
        <pc:chgData name="Turcinovic, Jacquelyn" userId="564ee4eb-27b1-46ca-a5fc-aad240faa357" providerId="ADAL" clId="{4658A047-CE46-4CAA-AE49-087E7DEB1D22}" dt="2025-08-15T16:47:56.232" v="1335" actId="12789"/>
        <pc:sldMkLst>
          <pc:docMk/>
          <pc:sldMk cId="2291850450" sldId="263"/>
        </pc:sldMkLst>
        <pc:spChg chg="mod">
          <ac:chgData name="Turcinovic, Jacquelyn" userId="564ee4eb-27b1-46ca-a5fc-aad240faa357" providerId="ADAL" clId="{4658A047-CE46-4CAA-AE49-087E7DEB1D22}" dt="2025-08-15T16:47:45.198" v="1331" actId="26606"/>
          <ac:spMkLst>
            <pc:docMk/>
            <pc:sldMk cId="2291850450" sldId="263"/>
            <ac:spMk id="3" creationId="{BF6FEE69-5E77-A2AF-84F4-995E3E6C2B6E}"/>
          </ac:spMkLst>
        </pc:spChg>
        <pc:spChg chg="mod ord">
          <ac:chgData name="Turcinovic, Jacquelyn" userId="564ee4eb-27b1-46ca-a5fc-aad240faa357" providerId="ADAL" clId="{4658A047-CE46-4CAA-AE49-087E7DEB1D22}" dt="2025-08-15T16:47:45.198" v="1331" actId="26606"/>
          <ac:spMkLst>
            <pc:docMk/>
            <pc:sldMk cId="2291850450" sldId="263"/>
            <ac:spMk id="4" creationId="{D0687BD4-F3AF-3807-9040-BD43E746DDD5}"/>
          </ac:spMkLst>
        </pc:spChg>
        <pc:spChg chg="mod">
          <ac:chgData name="Turcinovic, Jacquelyn" userId="564ee4eb-27b1-46ca-a5fc-aad240faa357" providerId="ADAL" clId="{4658A047-CE46-4CAA-AE49-087E7DEB1D22}" dt="2025-08-15T16:47:45.198" v="1331" actId="26606"/>
          <ac:spMkLst>
            <pc:docMk/>
            <pc:sldMk cId="2291850450" sldId="263"/>
            <ac:spMk id="5" creationId="{B3CF08A4-2ACD-0832-B34D-F32475E0593B}"/>
          </ac:spMkLst>
        </pc:spChg>
        <pc:spChg chg="mod">
          <ac:chgData name="Turcinovic, Jacquelyn" userId="564ee4eb-27b1-46ca-a5fc-aad240faa357" providerId="ADAL" clId="{4658A047-CE46-4CAA-AE49-087E7DEB1D22}" dt="2025-08-15T16:47:45.198" v="1331" actId="26606"/>
          <ac:spMkLst>
            <pc:docMk/>
            <pc:sldMk cId="2291850450" sldId="263"/>
            <ac:spMk id="6" creationId="{B051366C-9ACC-28A7-83E5-4B0941B7E756}"/>
          </ac:spMkLst>
        </pc:spChg>
        <pc:spChg chg="mod ord">
          <ac:chgData name="Turcinovic, Jacquelyn" userId="564ee4eb-27b1-46ca-a5fc-aad240faa357" providerId="ADAL" clId="{4658A047-CE46-4CAA-AE49-087E7DEB1D22}" dt="2025-08-15T16:47:45.198" v="1331" actId="26606"/>
          <ac:spMkLst>
            <pc:docMk/>
            <pc:sldMk cId="2291850450" sldId="263"/>
            <ac:spMk id="7" creationId="{360AA0BB-A022-B34C-E46E-055512C4DC69}"/>
          </ac:spMkLst>
        </pc:spChg>
        <pc:spChg chg="add">
          <ac:chgData name="Turcinovic, Jacquelyn" userId="564ee4eb-27b1-46ca-a5fc-aad240faa357" providerId="ADAL" clId="{4658A047-CE46-4CAA-AE49-087E7DEB1D22}" dt="2025-08-15T16:47:45.198" v="1331" actId="26606"/>
          <ac:spMkLst>
            <pc:docMk/>
            <pc:sldMk cId="2291850450" sldId="263"/>
            <ac:spMk id="14" creationId="{1D153959-30FA-4987-A094-7243641F474B}"/>
          </ac:spMkLst>
        </pc:spChg>
        <pc:spChg chg="add">
          <ac:chgData name="Turcinovic, Jacquelyn" userId="564ee4eb-27b1-46ca-a5fc-aad240faa357" providerId="ADAL" clId="{4658A047-CE46-4CAA-AE49-087E7DEB1D22}" dt="2025-08-15T16:47:45.198" v="1331" actId="26606"/>
          <ac:spMkLst>
            <pc:docMk/>
            <pc:sldMk cId="2291850450" sldId="263"/>
            <ac:spMk id="16" creationId="{EB6D1D7F-141C-4D8E-BFBA-D95B68E16385}"/>
          </ac:spMkLst>
        </pc:spChg>
        <pc:spChg chg="add">
          <ac:chgData name="Turcinovic, Jacquelyn" userId="564ee4eb-27b1-46ca-a5fc-aad240faa357" providerId="ADAL" clId="{4658A047-CE46-4CAA-AE49-087E7DEB1D22}" dt="2025-08-15T16:47:45.198" v="1331" actId="26606"/>
          <ac:spMkLst>
            <pc:docMk/>
            <pc:sldMk cId="2291850450" sldId="263"/>
            <ac:spMk id="18" creationId="{558DA214-7FDA-4C9D-A7CF-9AD725E290E1}"/>
          </ac:spMkLst>
        </pc:spChg>
        <pc:spChg chg="add">
          <ac:chgData name="Turcinovic, Jacquelyn" userId="564ee4eb-27b1-46ca-a5fc-aad240faa357" providerId="ADAL" clId="{4658A047-CE46-4CAA-AE49-087E7DEB1D22}" dt="2025-08-15T16:47:45.198" v="1331" actId="26606"/>
          <ac:spMkLst>
            <pc:docMk/>
            <pc:sldMk cId="2291850450" sldId="263"/>
            <ac:spMk id="20" creationId="{A77F89CE-BF52-4AF5-8B0B-7E9693734EDE}"/>
          </ac:spMkLst>
        </pc:spChg>
        <pc:picChg chg="add mod ord">
          <ac:chgData name="Turcinovic, Jacquelyn" userId="564ee4eb-27b1-46ca-a5fc-aad240faa357" providerId="ADAL" clId="{4658A047-CE46-4CAA-AE49-087E7DEB1D22}" dt="2025-08-15T16:47:56.232" v="1335" actId="12789"/>
          <ac:picMkLst>
            <pc:docMk/>
            <pc:sldMk cId="2291850450" sldId="263"/>
            <ac:picMk id="9" creationId="{ED3A2A30-14B6-3F21-41BC-EC853E54DD9E}"/>
          </ac:picMkLst>
        </pc:picChg>
      </pc:sldChg>
      <pc:sldChg chg="addSp delSp modSp add mod">
        <pc:chgData name="Turcinovic, Jacquelyn" userId="564ee4eb-27b1-46ca-a5fc-aad240faa357" providerId="ADAL" clId="{4658A047-CE46-4CAA-AE49-087E7DEB1D22}" dt="2025-08-15T16:48:31.066" v="1350" actId="207"/>
        <pc:sldMkLst>
          <pc:docMk/>
          <pc:sldMk cId="44977440" sldId="264"/>
        </pc:sldMkLst>
        <pc:spChg chg="mod">
          <ac:chgData name="Turcinovic, Jacquelyn" userId="564ee4eb-27b1-46ca-a5fc-aad240faa357" providerId="ADAL" clId="{4658A047-CE46-4CAA-AE49-087E7DEB1D22}" dt="2025-08-15T16:48:31.066" v="1350" actId="207"/>
          <ac:spMkLst>
            <pc:docMk/>
            <pc:sldMk cId="44977440" sldId="264"/>
            <ac:spMk id="3" creationId="{A4E709A8-B932-9CC8-EA5A-63F503797396}"/>
          </ac:spMkLst>
        </pc:spChg>
        <pc:picChg chg="add mod">
          <ac:chgData name="Turcinovic, Jacquelyn" userId="564ee4eb-27b1-46ca-a5fc-aad240faa357" providerId="ADAL" clId="{4658A047-CE46-4CAA-AE49-087E7DEB1D22}" dt="2025-08-15T16:48:20.916" v="1344" actId="12789"/>
          <ac:picMkLst>
            <pc:docMk/>
            <pc:sldMk cId="44977440" sldId="264"/>
            <ac:picMk id="11" creationId="{C936E346-E13B-59DA-2A1C-1FB829A6F6DA}"/>
          </ac:picMkLst>
        </pc:picChg>
      </pc:sldChg>
      <pc:sldChg chg="addSp delSp modSp new mod setBg">
        <pc:chgData name="Turcinovic, Jacquelyn" userId="564ee4eb-27b1-46ca-a5fc-aad240faa357" providerId="ADAL" clId="{4658A047-CE46-4CAA-AE49-087E7DEB1D22}" dt="2025-08-20T15:28:52.402" v="2239" actId="26606"/>
        <pc:sldMkLst>
          <pc:docMk/>
          <pc:sldMk cId="2318606358" sldId="265"/>
        </pc:sldMkLst>
        <pc:spChg chg="mod">
          <ac:chgData name="Turcinovic, Jacquelyn" userId="564ee4eb-27b1-46ca-a5fc-aad240faa357" providerId="ADAL" clId="{4658A047-CE46-4CAA-AE49-087E7DEB1D22}" dt="2025-08-20T15:28:52.402" v="2238" actId="26606"/>
          <ac:spMkLst>
            <pc:docMk/>
            <pc:sldMk cId="2318606358" sldId="265"/>
            <ac:spMk id="3" creationId="{542419DE-D2C2-A2EA-7C59-C847DDE39FA3}"/>
          </ac:spMkLst>
        </pc:spChg>
        <pc:spChg chg="mod ord">
          <ac:chgData name="Turcinovic, Jacquelyn" userId="564ee4eb-27b1-46ca-a5fc-aad240faa357" providerId="ADAL" clId="{4658A047-CE46-4CAA-AE49-087E7DEB1D22}" dt="2025-08-15T16:50:48.852" v="1548" actId="26606"/>
          <ac:spMkLst>
            <pc:docMk/>
            <pc:sldMk cId="2318606358" sldId="265"/>
            <ac:spMk id="4" creationId="{B5B5BC1B-54BA-DD84-AA23-997D6B6FCE38}"/>
          </ac:spMkLst>
        </pc:spChg>
        <pc:spChg chg="mod">
          <ac:chgData name="Turcinovic, Jacquelyn" userId="564ee4eb-27b1-46ca-a5fc-aad240faa357" providerId="ADAL" clId="{4658A047-CE46-4CAA-AE49-087E7DEB1D22}" dt="2025-08-20T15:28:52.402" v="2238" actId="26606"/>
          <ac:spMkLst>
            <pc:docMk/>
            <pc:sldMk cId="2318606358" sldId="265"/>
            <ac:spMk id="5" creationId="{919E2ED4-0B8E-3AE1-01D3-5EA1C1A03BF4}"/>
          </ac:spMkLst>
        </pc:spChg>
        <pc:spChg chg="mod">
          <ac:chgData name="Turcinovic, Jacquelyn" userId="564ee4eb-27b1-46ca-a5fc-aad240faa357" providerId="ADAL" clId="{4658A047-CE46-4CAA-AE49-087E7DEB1D22}" dt="2025-08-15T16:50:48.852" v="1548" actId="26606"/>
          <ac:spMkLst>
            <pc:docMk/>
            <pc:sldMk cId="2318606358" sldId="265"/>
            <ac:spMk id="6" creationId="{4982F29C-4447-C635-2ED6-9860E5EA463E}"/>
          </ac:spMkLst>
        </pc:spChg>
        <pc:spChg chg="mod ord">
          <ac:chgData name="Turcinovic, Jacquelyn" userId="564ee4eb-27b1-46ca-a5fc-aad240faa357" providerId="ADAL" clId="{4658A047-CE46-4CAA-AE49-087E7DEB1D22}" dt="2025-08-20T15:28:52.402" v="2238" actId="26606"/>
          <ac:spMkLst>
            <pc:docMk/>
            <pc:sldMk cId="2318606358" sldId="265"/>
            <ac:spMk id="7" creationId="{D5133B26-1064-B5D4-FFA1-64316216534D}"/>
          </ac:spMkLst>
        </pc:spChg>
        <pc:spChg chg="add">
          <ac:chgData name="Turcinovic, Jacquelyn" userId="564ee4eb-27b1-46ca-a5fc-aad240faa357" providerId="ADAL" clId="{4658A047-CE46-4CAA-AE49-087E7DEB1D22}" dt="2025-08-20T15:28:52.402" v="2239" actId="26606"/>
          <ac:spMkLst>
            <pc:docMk/>
            <pc:sldMk cId="2318606358" sldId="265"/>
            <ac:spMk id="37" creationId="{1D153959-30FA-4987-A094-7243641F474B}"/>
          </ac:spMkLst>
        </pc:spChg>
        <pc:spChg chg="add">
          <ac:chgData name="Turcinovic, Jacquelyn" userId="564ee4eb-27b1-46ca-a5fc-aad240faa357" providerId="ADAL" clId="{4658A047-CE46-4CAA-AE49-087E7DEB1D22}" dt="2025-08-20T15:28:52.402" v="2239" actId="26606"/>
          <ac:spMkLst>
            <pc:docMk/>
            <pc:sldMk cId="2318606358" sldId="265"/>
            <ac:spMk id="38" creationId="{EB6D1D7F-141C-4D8E-BFBA-D95B68E16385}"/>
          </ac:spMkLst>
        </pc:spChg>
        <pc:spChg chg="add">
          <ac:chgData name="Turcinovic, Jacquelyn" userId="564ee4eb-27b1-46ca-a5fc-aad240faa357" providerId="ADAL" clId="{4658A047-CE46-4CAA-AE49-087E7DEB1D22}" dt="2025-08-20T15:28:52.402" v="2239" actId="26606"/>
          <ac:spMkLst>
            <pc:docMk/>
            <pc:sldMk cId="2318606358" sldId="265"/>
            <ac:spMk id="39" creationId="{558DA214-7FDA-4C9D-A7CF-9AD725E290E1}"/>
          </ac:spMkLst>
        </pc:spChg>
        <pc:spChg chg="add">
          <ac:chgData name="Turcinovic, Jacquelyn" userId="564ee4eb-27b1-46ca-a5fc-aad240faa357" providerId="ADAL" clId="{4658A047-CE46-4CAA-AE49-087E7DEB1D22}" dt="2025-08-20T15:28:52.402" v="2239" actId="26606"/>
          <ac:spMkLst>
            <pc:docMk/>
            <pc:sldMk cId="2318606358" sldId="265"/>
            <ac:spMk id="40" creationId="{A77F89CE-BF52-4AF5-8B0B-7E9693734EDE}"/>
          </ac:spMkLst>
        </pc:spChg>
        <pc:picChg chg="add mod ord">
          <ac:chgData name="Turcinovic, Jacquelyn" userId="564ee4eb-27b1-46ca-a5fc-aad240faa357" providerId="ADAL" clId="{4658A047-CE46-4CAA-AE49-087E7DEB1D22}" dt="2025-08-20T15:28:52.402" v="2239" actId="26606"/>
          <ac:picMkLst>
            <pc:docMk/>
            <pc:sldMk cId="2318606358" sldId="265"/>
            <ac:picMk id="11" creationId="{860BC29F-0E10-30DC-DA97-B83DA39469B0}"/>
          </ac:picMkLst>
        </pc:picChg>
      </pc:sldChg>
      <pc:sldChg chg="addSp delSp modSp new mod setBg modClrScheme chgLayout">
        <pc:chgData name="Turcinovic, Jacquelyn" userId="564ee4eb-27b1-46ca-a5fc-aad240faa357" providerId="ADAL" clId="{4658A047-CE46-4CAA-AE49-087E7DEB1D22}" dt="2025-08-20T15:29:10.802" v="2240" actId="6549"/>
        <pc:sldMkLst>
          <pc:docMk/>
          <pc:sldMk cId="3033614195" sldId="266"/>
        </pc:sldMkLst>
        <pc:spChg chg="mod ord">
          <ac:chgData name="Turcinovic, Jacquelyn" userId="564ee4eb-27b1-46ca-a5fc-aad240faa357" providerId="ADAL" clId="{4658A047-CE46-4CAA-AE49-087E7DEB1D22}" dt="2025-08-20T15:12:52.935" v="1803" actId="768"/>
          <ac:spMkLst>
            <pc:docMk/>
            <pc:sldMk cId="3033614195" sldId="266"/>
            <ac:spMk id="4" creationId="{96E3FB51-8F1A-852A-12AE-5E48A36DDC56}"/>
          </ac:spMkLst>
        </pc:spChg>
        <pc:spChg chg="mod ord">
          <ac:chgData name="Turcinovic, Jacquelyn" userId="564ee4eb-27b1-46ca-a5fc-aad240faa357" providerId="ADAL" clId="{4658A047-CE46-4CAA-AE49-087E7DEB1D22}" dt="2025-08-15T16:52:37.519" v="1802" actId="26606"/>
          <ac:spMkLst>
            <pc:docMk/>
            <pc:sldMk cId="3033614195" sldId="266"/>
            <ac:spMk id="5" creationId="{322DB9E0-A584-47EC-3601-DA66CA97A316}"/>
          </ac:spMkLst>
        </pc:spChg>
        <pc:spChg chg="mod ord">
          <ac:chgData name="Turcinovic, Jacquelyn" userId="564ee4eb-27b1-46ca-a5fc-aad240faa357" providerId="ADAL" clId="{4658A047-CE46-4CAA-AE49-087E7DEB1D22}" dt="2025-08-15T16:52:37.519" v="1802" actId="26606"/>
          <ac:spMkLst>
            <pc:docMk/>
            <pc:sldMk cId="3033614195" sldId="266"/>
            <ac:spMk id="6" creationId="{B1D6074D-2CE3-57A3-10FD-9DA31F3400DE}"/>
          </ac:spMkLst>
        </pc:spChg>
        <pc:spChg chg="mod ord">
          <ac:chgData name="Turcinovic, Jacquelyn" userId="564ee4eb-27b1-46ca-a5fc-aad240faa357" providerId="ADAL" clId="{4658A047-CE46-4CAA-AE49-087E7DEB1D22}" dt="2025-08-15T16:52:37.519" v="1802" actId="26606"/>
          <ac:spMkLst>
            <pc:docMk/>
            <pc:sldMk cId="3033614195" sldId="266"/>
            <ac:spMk id="7" creationId="{23D59B6F-085A-B256-504A-FE36FDFD743F}"/>
          </ac:spMkLst>
        </pc:spChg>
        <pc:spChg chg="add mod ord">
          <ac:chgData name="Turcinovic, Jacquelyn" userId="564ee4eb-27b1-46ca-a5fc-aad240faa357" providerId="ADAL" clId="{4658A047-CE46-4CAA-AE49-087E7DEB1D22}" dt="2025-08-20T15:29:10.802" v="2240" actId="6549"/>
          <ac:spMkLst>
            <pc:docMk/>
            <pc:sldMk cId="3033614195" sldId="266"/>
            <ac:spMk id="8" creationId="{65E505DE-60BA-DD1A-FD5F-24F678575791}"/>
          </ac:spMkLst>
        </pc:spChg>
        <pc:spChg chg="add">
          <ac:chgData name="Turcinovic, Jacquelyn" userId="564ee4eb-27b1-46ca-a5fc-aad240faa357" providerId="ADAL" clId="{4658A047-CE46-4CAA-AE49-087E7DEB1D22}" dt="2025-08-15T16:52:37.519" v="1802" actId="26606"/>
          <ac:spMkLst>
            <pc:docMk/>
            <pc:sldMk cId="3033614195" sldId="266"/>
            <ac:spMk id="17" creationId="{EB6D1D7F-141C-4D8E-BFBA-D95B68E16385}"/>
          </ac:spMkLst>
        </pc:spChg>
        <pc:spChg chg="add">
          <ac:chgData name="Turcinovic, Jacquelyn" userId="564ee4eb-27b1-46ca-a5fc-aad240faa357" providerId="ADAL" clId="{4658A047-CE46-4CAA-AE49-087E7DEB1D22}" dt="2025-08-15T16:52:37.519" v="1802" actId="26606"/>
          <ac:spMkLst>
            <pc:docMk/>
            <pc:sldMk cId="3033614195" sldId="266"/>
            <ac:spMk id="18" creationId="{558DA214-7FDA-4C9D-A7CF-9AD725E290E1}"/>
          </ac:spMkLst>
        </pc:spChg>
      </pc:sldChg>
      <pc:sldChg chg="addSp delSp modSp new mod setBg">
        <pc:chgData name="Turcinovic, Jacquelyn" userId="564ee4eb-27b1-46ca-a5fc-aad240faa357" providerId="ADAL" clId="{4658A047-CE46-4CAA-AE49-087E7DEB1D22}" dt="2025-08-20T15:14:46.531" v="2059" actId="26606"/>
        <pc:sldMkLst>
          <pc:docMk/>
          <pc:sldMk cId="1623994487" sldId="267"/>
        </pc:sldMkLst>
        <pc:spChg chg="mod">
          <ac:chgData name="Turcinovic, Jacquelyn" userId="564ee4eb-27b1-46ca-a5fc-aad240faa357" providerId="ADAL" clId="{4658A047-CE46-4CAA-AE49-087E7DEB1D22}" dt="2025-08-20T15:14:46.531" v="2059" actId="26606"/>
          <ac:spMkLst>
            <pc:docMk/>
            <pc:sldMk cId="1623994487" sldId="267"/>
            <ac:spMk id="3" creationId="{A812B4D8-51A4-1B09-C964-FB46BB45CD1C}"/>
          </ac:spMkLst>
        </pc:spChg>
        <pc:spChg chg="mod ord">
          <ac:chgData name="Turcinovic, Jacquelyn" userId="564ee4eb-27b1-46ca-a5fc-aad240faa357" providerId="ADAL" clId="{4658A047-CE46-4CAA-AE49-087E7DEB1D22}" dt="2025-08-20T15:14:46.531" v="2059" actId="26606"/>
          <ac:spMkLst>
            <pc:docMk/>
            <pc:sldMk cId="1623994487" sldId="267"/>
            <ac:spMk id="4" creationId="{612328B2-1A42-7187-770B-B799B7736BC0}"/>
          </ac:spMkLst>
        </pc:spChg>
        <pc:spChg chg="mod">
          <ac:chgData name="Turcinovic, Jacquelyn" userId="564ee4eb-27b1-46ca-a5fc-aad240faa357" providerId="ADAL" clId="{4658A047-CE46-4CAA-AE49-087E7DEB1D22}" dt="2025-08-20T15:14:46.531" v="2059" actId="26606"/>
          <ac:spMkLst>
            <pc:docMk/>
            <pc:sldMk cId="1623994487" sldId="267"/>
            <ac:spMk id="5" creationId="{D4734A52-595B-59BB-8BE4-55C4AA72287A}"/>
          </ac:spMkLst>
        </pc:spChg>
        <pc:spChg chg="mod">
          <ac:chgData name="Turcinovic, Jacquelyn" userId="564ee4eb-27b1-46ca-a5fc-aad240faa357" providerId="ADAL" clId="{4658A047-CE46-4CAA-AE49-087E7DEB1D22}" dt="2025-08-20T15:14:46.531" v="2059" actId="26606"/>
          <ac:spMkLst>
            <pc:docMk/>
            <pc:sldMk cId="1623994487" sldId="267"/>
            <ac:spMk id="6" creationId="{2C90E17E-2405-3E97-FC2D-24B6BF911EFF}"/>
          </ac:spMkLst>
        </pc:spChg>
        <pc:spChg chg="mod ord">
          <ac:chgData name="Turcinovic, Jacquelyn" userId="564ee4eb-27b1-46ca-a5fc-aad240faa357" providerId="ADAL" clId="{4658A047-CE46-4CAA-AE49-087E7DEB1D22}" dt="2025-08-20T15:14:46.531" v="2059" actId="26606"/>
          <ac:spMkLst>
            <pc:docMk/>
            <pc:sldMk cId="1623994487" sldId="267"/>
            <ac:spMk id="7" creationId="{8E026412-CCA7-C0EE-E486-ECB383DDFA1B}"/>
          </ac:spMkLst>
        </pc:spChg>
        <pc:spChg chg="add">
          <ac:chgData name="Turcinovic, Jacquelyn" userId="564ee4eb-27b1-46ca-a5fc-aad240faa357" providerId="ADAL" clId="{4658A047-CE46-4CAA-AE49-087E7DEB1D22}" dt="2025-08-20T15:14:46.531" v="2059" actId="26606"/>
          <ac:spMkLst>
            <pc:docMk/>
            <pc:sldMk cId="1623994487" sldId="267"/>
            <ac:spMk id="24" creationId="{1D153959-30FA-4987-A094-7243641F474B}"/>
          </ac:spMkLst>
        </pc:spChg>
        <pc:spChg chg="add">
          <ac:chgData name="Turcinovic, Jacquelyn" userId="564ee4eb-27b1-46ca-a5fc-aad240faa357" providerId="ADAL" clId="{4658A047-CE46-4CAA-AE49-087E7DEB1D22}" dt="2025-08-20T15:14:46.531" v="2059" actId="26606"/>
          <ac:spMkLst>
            <pc:docMk/>
            <pc:sldMk cId="1623994487" sldId="267"/>
            <ac:spMk id="25" creationId="{EB6D1D7F-141C-4D8E-BFBA-D95B68E16385}"/>
          </ac:spMkLst>
        </pc:spChg>
        <pc:spChg chg="add">
          <ac:chgData name="Turcinovic, Jacquelyn" userId="564ee4eb-27b1-46ca-a5fc-aad240faa357" providerId="ADAL" clId="{4658A047-CE46-4CAA-AE49-087E7DEB1D22}" dt="2025-08-20T15:14:46.531" v="2059" actId="26606"/>
          <ac:spMkLst>
            <pc:docMk/>
            <pc:sldMk cId="1623994487" sldId="267"/>
            <ac:spMk id="26" creationId="{558DA214-7FDA-4C9D-A7CF-9AD725E290E1}"/>
          </ac:spMkLst>
        </pc:spChg>
        <pc:spChg chg="add">
          <ac:chgData name="Turcinovic, Jacquelyn" userId="564ee4eb-27b1-46ca-a5fc-aad240faa357" providerId="ADAL" clId="{4658A047-CE46-4CAA-AE49-087E7DEB1D22}" dt="2025-08-20T15:14:46.531" v="2059" actId="26606"/>
          <ac:spMkLst>
            <pc:docMk/>
            <pc:sldMk cId="1623994487" sldId="267"/>
            <ac:spMk id="27" creationId="{A77F89CE-BF52-4AF5-8B0B-7E9693734EDE}"/>
          </ac:spMkLst>
        </pc:spChg>
        <pc:picChg chg="add mod ord">
          <ac:chgData name="Turcinovic, Jacquelyn" userId="564ee4eb-27b1-46ca-a5fc-aad240faa357" providerId="ADAL" clId="{4658A047-CE46-4CAA-AE49-087E7DEB1D22}" dt="2025-08-20T15:14:46.531" v="2059" actId="26606"/>
          <ac:picMkLst>
            <pc:docMk/>
            <pc:sldMk cId="1623994487" sldId="267"/>
            <ac:picMk id="9" creationId="{20E5B394-6422-D52D-9FB1-0419CCD4800D}"/>
          </ac:picMkLst>
        </pc:picChg>
      </pc:sldChg>
      <pc:sldMasterChg chg="del delSldLayout">
        <pc:chgData name="Turcinovic, Jacquelyn" userId="564ee4eb-27b1-46ca-a5fc-aad240faa357" providerId="ADAL" clId="{4658A047-CE46-4CAA-AE49-087E7DEB1D22}" dt="2025-08-15T16:27:36.469" v="83" actId="26606"/>
        <pc:sldMasterMkLst>
          <pc:docMk/>
          <pc:sldMasterMk cId="1826564604" sldId="2147483648"/>
        </pc:sldMasterMkLst>
        <pc:sldLayoutChg chg="del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1826564604" sldId="2147483648"/>
            <pc:sldLayoutMk cId="2891306159" sldId="2147483649"/>
          </pc:sldLayoutMkLst>
        </pc:sldLayoutChg>
        <pc:sldLayoutChg chg="del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1826564604" sldId="2147483648"/>
            <pc:sldLayoutMk cId="3329693455" sldId="2147483650"/>
          </pc:sldLayoutMkLst>
        </pc:sldLayoutChg>
        <pc:sldLayoutChg chg="del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1826564604" sldId="2147483648"/>
            <pc:sldLayoutMk cId="3369733017" sldId="2147483651"/>
          </pc:sldLayoutMkLst>
        </pc:sldLayoutChg>
        <pc:sldLayoutChg chg="del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1826564604" sldId="2147483648"/>
            <pc:sldLayoutMk cId="1320951504" sldId="2147483652"/>
          </pc:sldLayoutMkLst>
        </pc:sldLayoutChg>
        <pc:sldLayoutChg chg="del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1826564604" sldId="2147483648"/>
            <pc:sldLayoutMk cId="2169960234" sldId="2147483653"/>
          </pc:sldLayoutMkLst>
        </pc:sldLayoutChg>
        <pc:sldLayoutChg chg="del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1826564604" sldId="2147483648"/>
            <pc:sldLayoutMk cId="1523327240" sldId="2147483654"/>
          </pc:sldLayoutMkLst>
        </pc:sldLayoutChg>
        <pc:sldLayoutChg chg="del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1826564604" sldId="2147483648"/>
            <pc:sldLayoutMk cId="3237846675" sldId="2147483655"/>
          </pc:sldLayoutMkLst>
        </pc:sldLayoutChg>
        <pc:sldLayoutChg chg="del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1826564604" sldId="2147483648"/>
            <pc:sldLayoutMk cId="2142356407" sldId="2147483656"/>
          </pc:sldLayoutMkLst>
        </pc:sldLayoutChg>
        <pc:sldLayoutChg chg="del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1826564604" sldId="2147483648"/>
            <pc:sldLayoutMk cId="3149935136" sldId="2147483657"/>
          </pc:sldLayoutMkLst>
        </pc:sldLayoutChg>
        <pc:sldLayoutChg chg="del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1826564604" sldId="2147483648"/>
            <pc:sldLayoutMk cId="663023425" sldId="2147483658"/>
          </pc:sldLayoutMkLst>
        </pc:sldLayoutChg>
        <pc:sldLayoutChg chg="del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1826564604" sldId="2147483648"/>
            <pc:sldLayoutMk cId="3046853146" sldId="2147483659"/>
          </pc:sldLayoutMkLst>
        </pc:sldLayoutChg>
      </pc:sldMasterChg>
      <pc:sldMasterChg chg="add addSldLayout">
        <pc:chgData name="Turcinovic, Jacquelyn" userId="564ee4eb-27b1-46ca-a5fc-aad240faa357" providerId="ADAL" clId="{4658A047-CE46-4CAA-AE49-087E7DEB1D22}" dt="2025-08-15T16:27:36.469" v="83" actId="26606"/>
        <pc:sldMasterMkLst>
          <pc:docMk/>
          <pc:sldMasterMk cId="2294156141" sldId="2147483725"/>
        </pc:sldMasterMkLst>
        <pc:sldLayoutChg chg="add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2294156141" sldId="2147483725"/>
            <pc:sldLayoutMk cId="3687414059" sldId="2147483714"/>
          </pc:sldLayoutMkLst>
        </pc:sldLayoutChg>
        <pc:sldLayoutChg chg="add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2294156141" sldId="2147483725"/>
            <pc:sldLayoutMk cId="2576933821" sldId="2147483715"/>
          </pc:sldLayoutMkLst>
        </pc:sldLayoutChg>
        <pc:sldLayoutChg chg="add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2294156141" sldId="2147483725"/>
            <pc:sldLayoutMk cId="1654051404" sldId="2147483716"/>
          </pc:sldLayoutMkLst>
        </pc:sldLayoutChg>
        <pc:sldLayoutChg chg="add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2294156141" sldId="2147483725"/>
            <pc:sldLayoutMk cId="2031832089" sldId="2147483717"/>
          </pc:sldLayoutMkLst>
        </pc:sldLayoutChg>
        <pc:sldLayoutChg chg="add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2294156141" sldId="2147483725"/>
            <pc:sldLayoutMk cId="3938850781" sldId="2147483718"/>
          </pc:sldLayoutMkLst>
        </pc:sldLayoutChg>
        <pc:sldLayoutChg chg="add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2294156141" sldId="2147483725"/>
            <pc:sldLayoutMk cId="1259285055" sldId="2147483719"/>
          </pc:sldLayoutMkLst>
        </pc:sldLayoutChg>
        <pc:sldLayoutChg chg="add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2294156141" sldId="2147483725"/>
            <pc:sldLayoutMk cId="86510492" sldId="2147483720"/>
          </pc:sldLayoutMkLst>
        </pc:sldLayoutChg>
        <pc:sldLayoutChg chg="add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2294156141" sldId="2147483725"/>
            <pc:sldLayoutMk cId="3714598821" sldId="2147483721"/>
          </pc:sldLayoutMkLst>
        </pc:sldLayoutChg>
        <pc:sldLayoutChg chg="add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2294156141" sldId="2147483725"/>
            <pc:sldLayoutMk cId="3195298011" sldId="2147483722"/>
          </pc:sldLayoutMkLst>
        </pc:sldLayoutChg>
        <pc:sldLayoutChg chg="add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2294156141" sldId="2147483725"/>
            <pc:sldLayoutMk cId="3934068053" sldId="2147483723"/>
          </pc:sldLayoutMkLst>
        </pc:sldLayoutChg>
        <pc:sldLayoutChg chg="add">
          <pc:chgData name="Turcinovic, Jacquelyn" userId="564ee4eb-27b1-46ca-a5fc-aad240faa357" providerId="ADAL" clId="{4658A047-CE46-4CAA-AE49-087E7DEB1D22}" dt="2025-08-15T16:27:36.469" v="83" actId="26606"/>
          <pc:sldLayoutMkLst>
            <pc:docMk/>
            <pc:sldMasterMk cId="2294156141" sldId="2147483725"/>
            <pc:sldLayoutMk cId="4198203972" sldId="2147483724"/>
          </pc:sldLayoutMkLst>
        </pc:sldLayoutChg>
      </pc:sldMasterChg>
    </pc:docChg>
  </pc:docChgLst>
  <pc:docChgLst>
    <pc:chgData name="Turcinovic, Jacquelyn" userId="564ee4eb-27b1-46ca-a5fc-aad240faa357" providerId="ADAL" clId="{96B50DD1-CA4A-4319-A240-A08A9D706900}"/>
    <pc:docChg chg="undo custSel addSld modSld">
      <pc:chgData name="Turcinovic, Jacquelyn" userId="564ee4eb-27b1-46ca-a5fc-aad240faa357" providerId="ADAL" clId="{96B50DD1-CA4A-4319-A240-A08A9D706900}" dt="2025-09-04T17:35:59.777" v="912"/>
      <pc:docMkLst>
        <pc:docMk/>
      </pc:docMkLst>
      <pc:sldChg chg="modSp">
        <pc:chgData name="Turcinovic, Jacquelyn" userId="564ee4eb-27b1-46ca-a5fc-aad240faa357" providerId="ADAL" clId="{96B50DD1-CA4A-4319-A240-A08A9D706900}" dt="2025-09-04T17:08:19.383" v="0" actId="14826"/>
        <pc:sldMkLst>
          <pc:docMk/>
          <pc:sldMk cId="202906335" sldId="257"/>
        </pc:sldMkLst>
        <pc:picChg chg="mod">
          <ac:chgData name="Turcinovic, Jacquelyn" userId="564ee4eb-27b1-46ca-a5fc-aad240faa357" providerId="ADAL" clId="{96B50DD1-CA4A-4319-A240-A08A9D706900}" dt="2025-09-04T17:08:19.383" v="0" actId="14826"/>
          <ac:picMkLst>
            <pc:docMk/>
            <pc:sldMk cId="202906335" sldId="257"/>
            <ac:picMk id="8" creationId="{9902B86E-7A4A-24F0-7B29-239C93BC6B48}"/>
          </ac:picMkLst>
        </pc:picChg>
      </pc:sldChg>
      <pc:sldChg chg="addSp delSp modSp new mod setBg modClrScheme chgLayout">
        <pc:chgData name="Turcinovic, Jacquelyn" userId="564ee4eb-27b1-46ca-a5fc-aad240faa357" providerId="ADAL" clId="{96B50DD1-CA4A-4319-A240-A08A9D706900}" dt="2025-09-04T17:35:59.777" v="912"/>
        <pc:sldMkLst>
          <pc:docMk/>
          <pc:sldMk cId="677640073" sldId="268"/>
        </pc:sldMkLst>
        <pc:spChg chg="del mod ord">
          <ac:chgData name="Turcinovic, Jacquelyn" userId="564ee4eb-27b1-46ca-a5fc-aad240faa357" providerId="ADAL" clId="{96B50DD1-CA4A-4319-A240-A08A9D706900}" dt="2025-09-04T17:27:40.901" v="2" actId="700"/>
          <ac:spMkLst>
            <pc:docMk/>
            <pc:sldMk cId="677640073" sldId="268"/>
            <ac:spMk id="2" creationId="{EE2BBAF3-F43F-F372-80DC-7FA432AAB5FD}"/>
          </ac:spMkLst>
        </pc:spChg>
        <pc:spChg chg="del">
          <ac:chgData name="Turcinovic, Jacquelyn" userId="564ee4eb-27b1-46ca-a5fc-aad240faa357" providerId="ADAL" clId="{96B50DD1-CA4A-4319-A240-A08A9D706900}" dt="2025-09-04T17:27:40.901" v="2" actId="700"/>
          <ac:spMkLst>
            <pc:docMk/>
            <pc:sldMk cId="677640073" sldId="268"/>
            <ac:spMk id="3" creationId="{6AE98447-6662-1E1B-1A1A-874CD5C83AD0}"/>
          </ac:spMkLst>
        </pc:spChg>
        <pc:spChg chg="mod ord">
          <ac:chgData name="Turcinovic, Jacquelyn" userId="564ee4eb-27b1-46ca-a5fc-aad240faa357" providerId="ADAL" clId="{96B50DD1-CA4A-4319-A240-A08A9D706900}" dt="2025-09-04T17:35:24.196" v="906" actId="26606"/>
          <ac:spMkLst>
            <pc:docMk/>
            <pc:sldMk cId="677640073" sldId="268"/>
            <ac:spMk id="4" creationId="{2029A668-313B-171A-FF60-B297A0AA020C}"/>
          </ac:spMkLst>
        </pc:spChg>
        <pc:spChg chg="mod ord">
          <ac:chgData name="Turcinovic, Jacquelyn" userId="564ee4eb-27b1-46ca-a5fc-aad240faa357" providerId="ADAL" clId="{96B50DD1-CA4A-4319-A240-A08A9D706900}" dt="2025-09-04T17:35:24.196" v="906" actId="26606"/>
          <ac:spMkLst>
            <pc:docMk/>
            <pc:sldMk cId="677640073" sldId="268"/>
            <ac:spMk id="5" creationId="{B4FD7E3C-7756-1DCF-D770-155B4DB31A5F}"/>
          </ac:spMkLst>
        </pc:spChg>
        <pc:spChg chg="mod ord">
          <ac:chgData name="Turcinovic, Jacquelyn" userId="564ee4eb-27b1-46ca-a5fc-aad240faa357" providerId="ADAL" clId="{96B50DD1-CA4A-4319-A240-A08A9D706900}" dt="2025-09-04T17:35:24.196" v="906" actId="26606"/>
          <ac:spMkLst>
            <pc:docMk/>
            <pc:sldMk cId="677640073" sldId="268"/>
            <ac:spMk id="6" creationId="{074A305A-F33A-8D89-8E01-1FAEF349A080}"/>
          </ac:spMkLst>
        </pc:spChg>
        <pc:spChg chg="del mod ord">
          <ac:chgData name="Turcinovic, Jacquelyn" userId="564ee4eb-27b1-46ca-a5fc-aad240faa357" providerId="ADAL" clId="{96B50DD1-CA4A-4319-A240-A08A9D706900}" dt="2025-09-04T17:27:40.901" v="2" actId="700"/>
          <ac:spMkLst>
            <pc:docMk/>
            <pc:sldMk cId="677640073" sldId="268"/>
            <ac:spMk id="7" creationId="{4C14E631-801A-2D80-4E73-F0F7C3F7763C}"/>
          </ac:spMkLst>
        </pc:spChg>
        <pc:spChg chg="add mod ord">
          <ac:chgData name="Turcinovic, Jacquelyn" userId="564ee4eb-27b1-46ca-a5fc-aad240faa357" providerId="ADAL" clId="{96B50DD1-CA4A-4319-A240-A08A9D706900}" dt="2025-09-04T17:35:24.196" v="906" actId="26606"/>
          <ac:spMkLst>
            <pc:docMk/>
            <pc:sldMk cId="677640073" sldId="268"/>
            <ac:spMk id="8" creationId="{5E7F3C5A-46C7-0709-E602-34EF92FA3E05}"/>
          </ac:spMkLst>
        </pc:spChg>
        <pc:spChg chg="add mod ord">
          <ac:chgData name="Turcinovic, Jacquelyn" userId="564ee4eb-27b1-46ca-a5fc-aad240faa357" providerId="ADAL" clId="{96B50DD1-CA4A-4319-A240-A08A9D706900}" dt="2025-09-04T17:35:59.777" v="912"/>
          <ac:spMkLst>
            <pc:docMk/>
            <pc:sldMk cId="677640073" sldId="268"/>
            <ac:spMk id="9" creationId="{1BFB1F23-BE5C-F2F2-8F80-BBFA017881F5}"/>
          </ac:spMkLst>
        </pc:spChg>
        <pc:spChg chg="add">
          <ac:chgData name="Turcinovic, Jacquelyn" userId="564ee4eb-27b1-46ca-a5fc-aad240faa357" providerId="ADAL" clId="{96B50DD1-CA4A-4319-A240-A08A9D706900}" dt="2025-09-04T17:35:24.196" v="906" actId="26606"/>
          <ac:spMkLst>
            <pc:docMk/>
            <pc:sldMk cId="677640073" sldId="268"/>
            <ac:spMk id="14" creationId="{EB6D1D7F-141C-4D8E-BFBA-D95B68E16385}"/>
          </ac:spMkLst>
        </pc:spChg>
        <pc:spChg chg="add">
          <ac:chgData name="Turcinovic, Jacquelyn" userId="564ee4eb-27b1-46ca-a5fc-aad240faa357" providerId="ADAL" clId="{96B50DD1-CA4A-4319-A240-A08A9D706900}" dt="2025-09-04T17:35:24.196" v="906" actId="26606"/>
          <ac:spMkLst>
            <pc:docMk/>
            <pc:sldMk cId="677640073" sldId="268"/>
            <ac:spMk id="16" creationId="{558DA214-7FDA-4C9D-A7CF-9AD725E290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F578B6-5793-42C1-8B6A-4E104D3F057B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DFAFF-00C2-465E-A4B8-C3A85AB3A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28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DFAFF-00C2-465E-A4B8-C3A85AB3A0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2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EB34BB7B-F110-4095-95C5-1D735B98E5A4}" type="datetime5">
              <a:rPr lang="en-US" smtClean="0"/>
              <a:t>4-Sep-25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Geisbert lab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10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B3692E95-1DEB-4D5A-ABF2-8CD3C36982A0}" type="datetime5">
              <a:rPr lang="en-US" smtClean="0"/>
              <a:t>4-Sep-25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Geisbert lab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598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D7F72F81-C20D-4A3A-96A4-0CAC6A9050B4}" type="datetime5">
              <a:rPr lang="en-US" smtClean="0"/>
              <a:t>4-Sep-25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Geisbert lab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298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2925A69F-18A8-4196-BC64-1C39A1947BE3}" type="datetime5">
              <a:rPr lang="en-US" smtClean="0"/>
              <a:t>4-Sep-25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Geisbert lab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068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CAD930AD-85E4-4F21-A67A-01B1DF90FAC6}" type="datetime5">
              <a:rPr lang="en-US" smtClean="0"/>
              <a:t>4-Sep-25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Geisbert lab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8203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FF93C1BE-AA41-4A80-BC6B-38ADCAFAFD46}" type="datetime5">
              <a:rPr lang="en-US" smtClean="0"/>
              <a:t>4-Sep-25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Geisbert lab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850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BD0DFB2-DA2E-4062-8EE7-4395C7A8DD90}" type="datetime5">
              <a:rPr lang="en-US" smtClean="0"/>
              <a:t>4-Sep-25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Geisbert lab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414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27AFBEA-CB67-405C-8BD6-27C4DF70A42F}" type="datetime5">
              <a:rPr lang="en-US" smtClean="0"/>
              <a:t>4-Sep-25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Geisbert lab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693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C6711ECD-9EEB-4B38-BDE6-5703C962EB29}" type="datetime5">
              <a:rPr lang="en-US" smtClean="0"/>
              <a:t>4-Sep-25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t>Geisbert lab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4051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63E08504-C648-4012-AD2F-1ED9ED954B34}" type="datetime5">
              <a:rPr lang="en-US" smtClean="0"/>
              <a:t>4-Sep-25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Geisbert lab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832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E6B21619-452B-4FEB-B092-86EF696994F8}" type="datetime5">
              <a:rPr lang="en-US" smtClean="0"/>
              <a:t>4-Sep-25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Geisbert lab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28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7E8C411F-BFC4-4FE9-8933-B5C436BE1001}" type="datetime5">
              <a:rPr lang="en-US" spc="50" smtClean="0"/>
              <a:t>4-Sep-25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r>
              <a:rPr lang="en-US" spc="50"/>
              <a:t>Geisbert lab</a:t>
            </a:r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156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CEF87-E2F4-97D1-A56A-05B725711D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pPr algn="l"/>
            <a:r>
              <a:rPr lang="en-US" sz="7500"/>
              <a:t>Geisbert lab’s basic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889829-E392-AFC1-E6C5-7DFBD1F1CB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pPr algn="l"/>
            <a:r>
              <a:rPr lang="en-US" i="1" dirty="0"/>
              <a:t>In vivo</a:t>
            </a:r>
            <a:r>
              <a:rPr lang="en-US" dirty="0"/>
              <a:t>, virology, and immunology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8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904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7F89CE-BF52-4AF5-8B0B-7E9693734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5CF2AA-FEAB-2030-055F-8D39BE652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640080"/>
            <a:ext cx="4500737" cy="2194560"/>
          </a:xfrm>
        </p:spPr>
        <p:txBody>
          <a:bodyPr>
            <a:normAutofit/>
          </a:bodyPr>
          <a:lstStyle/>
          <a:p>
            <a:r>
              <a:rPr lang="en-US" dirty="0"/>
              <a:t>KM curve &amp; scores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04B84E7-401E-9329-2921-3EF1F8547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438" y="2916936"/>
            <a:ext cx="4500737" cy="3264408"/>
          </a:xfrm>
        </p:spPr>
        <p:txBody>
          <a:bodyPr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27.5 and 10 PFU challenge doses uniformly lethal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1 PFU dose partially lethal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0.1 PFU dose uniformly nonlethal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i="1">
                <a:solidFill>
                  <a:schemeClr val="bg1"/>
                </a:solidFill>
              </a:rPr>
              <a:t>n=6</a:t>
            </a:r>
            <a:r>
              <a:rPr lang="en-US" sz="2400">
                <a:solidFill>
                  <a:schemeClr val="bg1"/>
                </a:solidFill>
              </a:rPr>
              <a:t> each dose</a:t>
            </a:r>
            <a:endParaRPr lang="en-US" sz="2400" i="1">
              <a:solidFill>
                <a:schemeClr val="bg1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902B86E-7A4A-24F0-7B29-239C93BC6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41031" y="639234"/>
            <a:ext cx="3396600" cy="2547450"/>
          </a:xfrm>
          <a:prstGeom prst="rect">
            <a:avLst/>
          </a:prstGeom>
        </p:spPr>
      </p:pic>
      <p:pic>
        <p:nvPicPr>
          <p:cNvPr id="10" name="Picture 9" descr="A graph of a graph showing the number of days infection&#10;&#10;AI-generated content may be incorrect.">
            <a:extLst>
              <a:ext uri="{FF2B5EF4-FFF2-40B4-BE49-F238E27FC236}">
                <a16:creationId xmlns:a16="http://schemas.microsoft.com/office/drawing/2014/main" id="{E76EB6EE-C201-A208-D658-D7AAF68C84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129" y="3671314"/>
            <a:ext cx="3816405" cy="254745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6E595-5CF5-9634-5A55-620204457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438" y="6356350"/>
            <a:ext cx="498151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Geisbert lab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3271E-B9C9-12C4-8C45-C1AA86D24D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03720" y="6356350"/>
            <a:ext cx="3236976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0B28504B-F8F3-4D0C-9693-1802278EF50D}" type="datetime5">
              <a:rPr lang="en-US" smtClean="0"/>
              <a:t>4-Sep-25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29897-ACD1-03F8-28C2-2682BBB51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 smtClean="0"/>
              <a:pPr algn="l"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6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654BDA8-EE5D-4DC8-BA6E-A93D6501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8" y="736600"/>
            <a:ext cx="7534652" cy="53847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FBB0715-86EF-747D-F294-A9C48D994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0814" y="1482634"/>
            <a:ext cx="5928018" cy="30467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Decreased appetite as a marker of symptomatic illness</a:t>
            </a:r>
          </a:p>
        </p:txBody>
      </p:sp>
      <p:pic>
        <p:nvPicPr>
          <p:cNvPr id="22" name="Content Placeholder 21" descr="A screenshot of a test results&#10;&#10;AI-generated content may be incorrect.">
            <a:extLst>
              <a:ext uri="{FF2B5EF4-FFF2-40B4-BE49-F238E27FC236}">
                <a16:creationId xmlns:a16="http://schemas.microsoft.com/office/drawing/2014/main" id="{A4F94D2B-9E45-7314-7C58-37E5FC8F0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39" y="736600"/>
            <a:ext cx="3365502" cy="538479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CC651-A570-1B7B-E1CE-6E08CD2DF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55046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spc="50" baseline="0">
                <a:latin typeface="+mn-lt"/>
                <a:ea typeface="+mn-ea"/>
                <a:cs typeface="+mn-cs"/>
              </a:rPr>
              <a:t>Geisbert lab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9AD65-5C95-868C-C8DA-2C78B79605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03720" y="6356350"/>
            <a:ext cx="323697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94382B2A-6DD7-4345-9673-BF500A09DDC4}" type="datetime5">
              <a:rPr lang="en-US" smtClean="0"/>
              <a:t>4-Sep-25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CB1A3-0555-4A22-6E0A-577582E42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/>
              <a:pPr algn="l"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51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FB1A048-96EB-4C4D-E544-D27C9DDCA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11833" y="317815"/>
            <a:ext cx="5416999" cy="1700784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Detectable by qPCR by 4 DPI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Most have infectious virus in circulating blood by 4 DPI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bg1"/>
                </a:solidFill>
              </a:rPr>
              <a:t>qPCR + at 35 DPI?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0A5B4-601B-EEB5-DA0D-9C4BA68CA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91E2955F-3669-40A8-A6DC-D37B85ED87AA}" type="datetime5">
              <a:rPr lang="en-US" smtClean="0"/>
              <a:t>4-Sep-25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BA583-3320-8CA3-3584-1BEE11917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Geisbert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42712-1CC7-0672-0FDD-B772D36BD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 smtClean="0"/>
              <a:pPr algn="l"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23345E9-DD77-D89D-C910-A4B9A3A5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5135880" cy="1700784"/>
          </a:xfrm>
        </p:spPr>
        <p:txBody>
          <a:bodyPr/>
          <a:lstStyle/>
          <a:p>
            <a:r>
              <a:rPr lang="en-US" dirty="0"/>
              <a:t>Viremia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7E8DFD1-C511-D37C-2A4A-D10A805B727E}"/>
              </a:ext>
            </a:extLst>
          </p:cNvPr>
          <p:cNvGrpSpPr>
            <a:grpSpLocks noChangeAspect="1"/>
          </p:cNvGrpSpPr>
          <p:nvPr/>
        </p:nvGrpSpPr>
        <p:grpSpPr>
          <a:xfrm>
            <a:off x="1164597" y="2582153"/>
            <a:ext cx="9859757" cy="3774197"/>
            <a:chOff x="4392538" y="3671314"/>
            <a:chExt cx="6654996" cy="2547453"/>
          </a:xfrm>
        </p:grpSpPr>
        <p:pic>
          <p:nvPicPr>
            <p:cNvPr id="8" name="Content Placeholder 7" descr="A graph of a number of days&#10;&#10;AI-generated content may be incorrect.">
              <a:extLst>
                <a:ext uri="{FF2B5EF4-FFF2-40B4-BE49-F238E27FC236}">
                  <a16:creationId xmlns:a16="http://schemas.microsoft.com/office/drawing/2014/main" id="{14CD0159-7D36-B4D6-A9E5-15BA8E159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622"/>
            <a:stretch>
              <a:fillRect/>
            </a:stretch>
          </p:blipFill>
          <p:spPr>
            <a:xfrm>
              <a:off x="4392538" y="3671314"/>
              <a:ext cx="2838591" cy="2547452"/>
            </a:xfrm>
            <a:prstGeom prst="rect">
              <a:avLst/>
            </a:prstGeom>
          </p:spPr>
        </p:pic>
        <p:pic>
          <p:nvPicPr>
            <p:cNvPr id="10" name="Picture 9" descr="A graph of a number of days&#10;&#10;AI-generated content may be incorrect.">
              <a:extLst>
                <a:ext uri="{FF2B5EF4-FFF2-40B4-BE49-F238E27FC236}">
                  <a16:creationId xmlns:a16="http://schemas.microsoft.com/office/drawing/2014/main" id="{82F178D0-25B1-10E4-1BE8-05C22CEEE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31129" y="3671314"/>
              <a:ext cx="3816405" cy="25474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0078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12708"/>
            <a:ext cx="12192000" cy="2645291"/>
          </a:xfrm>
          <a:prstGeom prst="rect">
            <a:avLst/>
          </a:prstGeom>
          <a:solidFill>
            <a:schemeClr val="tx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9FD874B-9119-D30F-C51B-666624BBC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44" y="4572003"/>
            <a:ext cx="10268712" cy="11691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400" dirty="0"/>
              <a:t>Is there a difference in peak viremia by outcome?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3C4AB-326F-1D8B-B997-63EE12572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1644" y="5745015"/>
            <a:ext cx="10268712" cy="5173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>
                <a:solidFill>
                  <a:schemeClr val="bg1"/>
                </a:solidFill>
              </a:rPr>
              <a:t>This aligns with viremia being correlated with outcome in human patients. </a:t>
            </a:r>
          </a:p>
        </p:txBody>
      </p:sp>
      <p:pic>
        <p:nvPicPr>
          <p:cNvPr id="9" name="Content Placeholder 8" descr="A comparison of a graph&#10;&#10;AI-generated content may be incorrect.">
            <a:extLst>
              <a:ext uri="{FF2B5EF4-FFF2-40B4-BE49-F238E27FC236}">
                <a16:creationId xmlns:a16="http://schemas.microsoft.com/office/drawing/2014/main" id="{45ABD07B-BC5F-3F70-F303-B4B63A1ED8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596" y="282418"/>
            <a:ext cx="7282808" cy="364140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139C1-5007-D3E9-7AF0-E9BD0D612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55046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spc="5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Geisbert lab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FC99E-0787-7B14-41D5-9BB8379A9E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03720" y="6356350"/>
            <a:ext cx="323697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68A63949-5766-4C26-8A45-85047060DDEA}" type="datetime5">
              <a:rPr lang="en-US" smtClean="0">
                <a:solidFill>
                  <a:schemeClr val="bg1"/>
                </a:solidFill>
              </a:rPr>
              <a:t>4-Sep-25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7D683-401E-7371-6D54-EF34A3EB6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 smtClean="0">
                <a:solidFill>
                  <a:schemeClr val="bg1"/>
                </a:solidFill>
              </a:rPr>
              <a:pPr algn="l">
                <a:spcAft>
                  <a:spcPts val="600"/>
                </a:spcAft>
              </a:pPr>
              <a:t>5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949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D153959-30FA-4987-A094-7243641F4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7F89CE-BF52-4AF5-8B0B-7E9693734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45F5A29-F6B9-24CC-6E3F-226ED43FF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640080"/>
            <a:ext cx="4500737" cy="21945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100" kern="1200" cap="all" spc="12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Hematology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FB1D4-29F5-F4EE-DC9F-DE40A519C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438" y="2916936"/>
            <a:ext cx="4500737" cy="326440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Quantify basic cell types in circulating blood over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Classically, we expect lymphopenia, thrombocytopenia, and neutrophilia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bg1"/>
                </a:solidFill>
              </a:rPr>
              <a:t>Do the min/max values differ by outcome?</a:t>
            </a:r>
          </a:p>
        </p:txBody>
      </p:sp>
      <p:pic>
        <p:nvPicPr>
          <p:cNvPr id="9" name="Content Placeholder 8" descr="A collage of graphs&#10;&#10;AI-generated content may be incorrect.">
            <a:extLst>
              <a:ext uri="{FF2B5EF4-FFF2-40B4-BE49-F238E27FC236}">
                <a16:creationId xmlns:a16="http://schemas.microsoft.com/office/drawing/2014/main" id="{D69DF2D3-2590-7A8C-7424-5ED7FC4655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267" y="1261343"/>
            <a:ext cx="5780416" cy="433531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B1E53-FFA3-AF8A-F341-9EB4649A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438" y="6356350"/>
            <a:ext cx="498151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spc="5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Geisbert lab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6F361-4F5D-3FD1-FDA6-C8A5E59CE0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03720" y="6356350"/>
            <a:ext cx="323697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7ED3B318-7A90-409F-8463-82DDFEAE0812}" type="datetime5">
              <a:rPr lang="en-US" smtClean="0"/>
              <a:t>4-Sep-25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82C30-98AA-EB64-8F73-B835373CF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 smtClean="0"/>
              <a:pPr algn="l"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1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92B94B-753A-890A-C72A-FA53569A0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28B498F-E011-FB0C-FBE0-2501C04ED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5B27BF-A218-05EE-B922-A6265D379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630EA99-BBC8-2F3D-B8C4-63DC500B2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CA34E0-932A-8E39-A0B5-95C058F51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2A055A-09F3-79AB-090D-88ABC2EAA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640080"/>
            <a:ext cx="4500737" cy="21945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100" kern="1200" cap="all" spc="12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Hematology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D83F0-A5F6-EB75-7584-3DCBBF814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438" y="2916936"/>
            <a:ext cx="4500737" cy="326440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Quantify basic cell types in circulating blood over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Classically, we expect lymphopenia, thrombocytopenia, and neutrophilia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bg1"/>
                </a:solidFill>
              </a:rPr>
              <a:t>Do the min/max values differ by outcome? </a:t>
            </a:r>
            <a:r>
              <a:rPr lang="en-US" i="1" dirty="0">
                <a:solidFill>
                  <a:schemeClr val="accent3"/>
                </a:solidFill>
              </a:rPr>
              <a:t>Yes!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0AA37-C7E2-6937-7324-E9A3DF802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438" y="6356350"/>
            <a:ext cx="498151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spc="5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Geisbert lab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E0CDB-9CB8-EB30-E679-E00CDC3F3A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03720" y="6356350"/>
            <a:ext cx="323697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90E30C3C-F09F-44E2-8243-F2B3BA24327F}" type="datetime5">
              <a:rPr lang="en-US" smtClean="0"/>
              <a:t>4-Sep-25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BDFD8-C493-FEF9-A6F4-B4AA5670C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 smtClean="0"/>
              <a:pPr algn="l"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11" name="Content Placeholder 10" descr="A chart of different cells&#10;&#10;AI-generated content may be incorrect.">
            <a:extLst>
              <a:ext uri="{FF2B5EF4-FFF2-40B4-BE49-F238E27FC236}">
                <a16:creationId xmlns:a16="http://schemas.microsoft.com/office/drawing/2014/main" id="{AE9838A4-C4F6-AA3F-D255-9A08CC4D7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063" y="450588"/>
            <a:ext cx="5956824" cy="5956824"/>
          </a:xfrm>
        </p:spPr>
      </p:pic>
    </p:spTree>
    <p:extLst>
      <p:ext uri="{BB962C8B-B14F-4D97-AF65-F5344CB8AC3E}">
        <p14:creationId xmlns:p14="http://schemas.microsoft.com/office/powerpoint/2010/main" val="3837571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D153959-30FA-4987-A094-7243641F4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7F89CE-BF52-4AF5-8B0B-7E9693734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60AA0BB-A022-B34C-E46E-055512C4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640080"/>
            <a:ext cx="4500737" cy="21945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cap="all" spc="12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Clinical chemistry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FEE69-5E77-A2AF-84F4-995E3E6C2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438" y="2916936"/>
            <a:ext cx="4500737" cy="32644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Quantify key markers in circulating blood over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Expect ↑ AST, ALT, BUN, &amp; CRP, and ↓ ALB, TP, &amp; AMY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>
                <a:solidFill>
                  <a:schemeClr val="bg1"/>
                </a:solidFill>
              </a:rPr>
              <a:t>Do the min/max values differ by outcome?</a:t>
            </a:r>
          </a:p>
        </p:txBody>
      </p:sp>
      <p:pic>
        <p:nvPicPr>
          <p:cNvPr id="9" name="Content Placeholder 8" descr="A collage of graphs&#10;&#10;AI-generated content may be incorrect.">
            <a:extLst>
              <a:ext uri="{FF2B5EF4-FFF2-40B4-BE49-F238E27FC236}">
                <a16:creationId xmlns:a16="http://schemas.microsoft.com/office/drawing/2014/main" id="{ED3A2A30-14B6-3F21-41BC-EC853E54D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797" y="1216741"/>
            <a:ext cx="5899355" cy="442451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F08A4-2ACD-0832-B34D-F32475E05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438" y="6356350"/>
            <a:ext cx="498151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spc="5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Geisbert lab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87BD4-F3AF-3807-9040-BD43E746DD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03720" y="6356350"/>
            <a:ext cx="323697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8B0566C2-4D4A-4AAC-AE42-5E1503867E50}" type="datetime5">
              <a:rPr lang="en-US" smtClean="0"/>
              <a:t>4-Sep-25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1366C-9ACC-28A7-83E5-4B0941B7E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 smtClean="0"/>
              <a:pPr algn="l"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50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59C8D-1C04-DEB1-33AC-6D30F542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7C625C2-9826-F2D0-F170-2DAB4D0A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36744DB-BFFF-4572-4E97-9BBF07C32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FFE6C8C-D430-049A-7C2C-AB46787DB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80869F-4AFD-4B72-3C9D-468BCE84F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133F7CD-0955-2532-BF40-FA434009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640080"/>
            <a:ext cx="4500737" cy="21945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cap="all" spc="12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Clinical chemistry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709A8-B932-9CC8-EA5A-63F503797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438" y="2916936"/>
            <a:ext cx="4500737" cy="32644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Quantify key markers in circulating blood over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Expect ↑ AST, ALT, BUN, &amp; CRP, and ↓ ALB, TP, &amp; AMY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bg1"/>
                </a:solidFill>
              </a:rPr>
              <a:t>Do the min/max values differ by outcome? </a:t>
            </a:r>
            <a:r>
              <a:rPr lang="en-US" i="1" dirty="0">
                <a:solidFill>
                  <a:schemeClr val="accent3"/>
                </a:solidFill>
              </a:rPr>
              <a:t>Yes!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AF4AD-C16A-1C57-A41B-5A1A50711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438" y="6356350"/>
            <a:ext cx="498151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spc="5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Geisbert lab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95283-20FF-AD81-ABD6-1876711A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03720" y="6356350"/>
            <a:ext cx="323697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B2E55090-518F-44EC-B056-3F7891FF461A}" type="datetime5">
              <a:rPr lang="en-US" smtClean="0"/>
              <a:t>4-Sep-25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935FD-CB85-581D-E32B-7B319C9C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 smtClean="0"/>
              <a:pPr algn="l"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11" name="Content Placeholder 10" descr="A screenshot of a graph&#10;&#10;AI-generated content may be incorrect.">
            <a:extLst>
              <a:ext uri="{FF2B5EF4-FFF2-40B4-BE49-F238E27FC236}">
                <a16:creationId xmlns:a16="http://schemas.microsoft.com/office/drawing/2014/main" id="{C936E346-E13B-59DA-2A1C-1FB829A6F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567" y="1234570"/>
            <a:ext cx="5851815" cy="4388861"/>
          </a:xfrm>
        </p:spPr>
      </p:pic>
    </p:spTree>
    <p:extLst>
      <p:ext uri="{BB962C8B-B14F-4D97-AF65-F5344CB8AC3E}">
        <p14:creationId xmlns:p14="http://schemas.microsoft.com/office/powerpoint/2010/main" val="44977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1D153959-30FA-4987-A094-7243641F4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77F89CE-BF52-4AF5-8B0B-7E9693734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133B26-1064-B5D4-FFA1-64316216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640080"/>
            <a:ext cx="4500737" cy="21945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600" kern="1200" cap="all" spc="12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Neutralization (PRNTs)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419DE-D2C2-A2EA-7C59-C847DDE39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438" y="2916936"/>
            <a:ext cx="4500737" cy="32644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Compared the maximum neutralization between outcomes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Neutralization measured at 0, 14, terminal, and 35 DPI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No difference, but this is expected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Content Placeholder 10" descr="A graph showing a number of different levels of succumbed and survival&#10;&#10;AI-generated content may be incorrect.">
            <a:extLst>
              <a:ext uri="{FF2B5EF4-FFF2-40B4-BE49-F238E27FC236}">
                <a16:creationId xmlns:a16="http://schemas.microsoft.com/office/drawing/2014/main" id="{860BC29F-0E10-30DC-DA97-B83DA3946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822" y="1031490"/>
            <a:ext cx="4795019" cy="479501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2ED4-0B8E-3AE1-01D3-5EA1C1A0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438" y="6356350"/>
            <a:ext cx="498151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spc="5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Geisbert lab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5BC1B-54BA-DD84-AA23-997D6B6FCE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03720" y="6356350"/>
            <a:ext cx="323697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B47E40ED-3DCE-4D6B-85CC-DA9B12DDC6BB}" type="datetime5">
              <a:rPr lang="en-US" smtClean="0"/>
              <a:t>4-Sep-25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2F29C-4447-C635-2ED6-9860E5EA4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 smtClean="0"/>
              <a:pPr algn="l"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06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D153959-30FA-4987-A094-7243641F4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7F89CE-BF52-4AF5-8B0B-7E9693734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E026412-CCA7-C0EE-E486-ECB383DD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640080"/>
            <a:ext cx="4500737" cy="21945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cap="all" spc="12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ELISAs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2B4D8-51A4-1B09-C964-FB46BB45C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438" y="2916936"/>
            <a:ext cx="4500737" cy="32644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Measured IgG and IgM titer vs. LASV clade II GP and LASV NP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Very little change over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Plotted succumbed terminal vs. survived D35 – no statistical difference</a:t>
            </a:r>
          </a:p>
        </p:txBody>
      </p:sp>
      <p:pic>
        <p:nvPicPr>
          <p:cNvPr id="9" name="Content Placeholder 8" descr="A screenshot of a graph&#10;&#10;AI-generated content may be incorrect.">
            <a:extLst>
              <a:ext uri="{FF2B5EF4-FFF2-40B4-BE49-F238E27FC236}">
                <a16:creationId xmlns:a16="http://schemas.microsoft.com/office/drawing/2014/main" id="{20E5B394-6422-D52D-9FB1-0419CCD480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822" y="1828661"/>
            <a:ext cx="4795019" cy="320067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34A52-595B-59BB-8BE4-55C4AA722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438" y="6356350"/>
            <a:ext cx="498151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spc="5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Geisbert lab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328B2-1A42-7187-770B-B799B7736B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03720" y="6356350"/>
            <a:ext cx="323697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F6FB19AC-9C73-4DFD-B784-6314BF03CC3C}" type="datetime5">
              <a:rPr lang="en-US" smtClean="0"/>
              <a:t>4-Sep-25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0E17E-2405-3E97-FC2D-24B6BF911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 smtClean="0"/>
              <a:pPr algn="l"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94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734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E7F3C5A-46C7-0709-E602-34EF92FA3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643467"/>
            <a:ext cx="3212593" cy="5571066"/>
          </a:xfrm>
        </p:spPr>
        <p:txBody>
          <a:bodyPr>
            <a:normAutofit/>
          </a:bodyPr>
          <a:lstStyle/>
          <a:p>
            <a:r>
              <a:rPr lang="en-US" sz="5600"/>
              <a:t>D8993: acute disease survivor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BFB1F23-BE5C-F2F2-8F80-BBFA01788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336" y="643467"/>
            <a:ext cx="5926496" cy="5571066"/>
          </a:xfrm>
        </p:spPr>
        <p:txBody>
          <a:bodyPr anchor="ctr">
            <a:normAutofit/>
          </a:bodyPr>
          <a:lstStyle/>
          <a:p>
            <a:pPr marL="457200" indent="-457200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Target challenge dose 1 PFU; actual dose 0.54 PFU</a:t>
            </a:r>
          </a:p>
          <a:p>
            <a:pPr marL="457200" indent="-457200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Inappetence D11-23; no other clinical signs documented</a:t>
            </a:r>
          </a:p>
          <a:p>
            <a:pPr marL="457200" indent="-457200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Peak score = 2 at the D13 night check</a:t>
            </a:r>
          </a:p>
          <a:p>
            <a:pPr marL="457200" indent="-457200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Leukocytes, neutrophils, and total protein peak at D21; CRP and other liver chemistry markers peak at D14; albumin decreases at D14 and stays down until </a:t>
            </a:r>
            <a:r>
              <a:rPr lang="en-US" sz="2000" dirty="0" err="1"/>
              <a:t>depop</a:t>
            </a:r>
            <a:endParaRPr lang="en-US" sz="2000" dirty="0"/>
          </a:p>
          <a:p>
            <a:pPr marL="457200" indent="-457200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Infectious virus detected D10 and D14; nearly all tissues + including gonad &amp; eye</a:t>
            </a:r>
          </a:p>
          <a:p>
            <a:pPr marL="457200" indent="-457200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Viral genome detected D10, 14, and 35; nearly all tissues are PCR+</a:t>
            </a:r>
          </a:p>
          <a:p>
            <a:pPr marL="457200" indent="-457200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High IgG titers against LASV GP and NP at D35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D7E3C-7756-1DCF-D770-155B4DB31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4983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Geisbert lab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9A668-313B-171A-FF60-B297A0AA02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03720" y="6356350"/>
            <a:ext cx="3236976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CBA7100B-F4A7-4733-89AF-BAB50350CE0E}" type="datetime5">
              <a:rPr lang="en-US" smtClean="0"/>
              <a:t>4-Sep-25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A305A-F33A-8D89-8E01-1FAEF349A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 smtClean="0"/>
              <a:pPr algn="l"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40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734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3D59B6F-085A-B256-504A-FE36FDFD7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643467"/>
            <a:ext cx="3212593" cy="5571066"/>
          </a:xfrm>
        </p:spPr>
        <p:txBody>
          <a:bodyPr>
            <a:normAutofit/>
          </a:bodyPr>
          <a:lstStyle/>
          <a:p>
            <a:r>
              <a:rPr lang="en-US" sz="6100" dirty="0"/>
              <a:t>Data In process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E505DE-60BA-DD1A-FD5F-24F678575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336" y="643467"/>
            <a:ext cx="5926496" cy="5571066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LegendPlex: On Declan’s list.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DB9E0-A584-47EC-3601-DA66CA97A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4983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Geisbert lab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3FB51-8F1A-852A-12AE-5E48A36DD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03720" y="6356350"/>
            <a:ext cx="3236976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4920472-160E-452D-98B4-B90842C6C055}" type="datetime5">
              <a:rPr lang="en-US" smtClean="0"/>
              <a:t>4-Sep-25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6074D-2CE3-57A3-10FD-9DA31F34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 smtClean="0"/>
              <a:pPr algn="l"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14195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454</Words>
  <Application>Microsoft Office PowerPoint</Application>
  <PresentationFormat>Widescreen</PresentationFormat>
  <Paragraphs>85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Franklin Gothic Demi Cond</vt:lpstr>
      <vt:lpstr>Franklin Gothic Medium</vt:lpstr>
      <vt:lpstr>Wingdings</vt:lpstr>
      <vt:lpstr>JuxtaposeVTI</vt:lpstr>
      <vt:lpstr>Geisbert lab’s basic analysis</vt:lpstr>
      <vt:lpstr>KM curve &amp; scores</vt:lpstr>
      <vt:lpstr>Decreased appetite as a marker of symptomatic illness</vt:lpstr>
      <vt:lpstr>Viremia</vt:lpstr>
      <vt:lpstr>Is there a difference in peak viremia by outcome?</vt:lpstr>
      <vt:lpstr>Hematology</vt:lpstr>
      <vt:lpstr>Hematology</vt:lpstr>
      <vt:lpstr>Clinical chemistry</vt:lpstr>
      <vt:lpstr>Clinical chemistry</vt:lpstr>
      <vt:lpstr>Neutralization (PRNTs)</vt:lpstr>
      <vt:lpstr>ELISAs</vt:lpstr>
      <vt:lpstr>D8993: acute disease survivor</vt:lpstr>
      <vt:lpstr>Data In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Turcinovic, Jacquelyn</dc:creator>
  <cp:lastModifiedBy>Turcinovic, Jacquelyn</cp:lastModifiedBy>
  <cp:revision>1</cp:revision>
  <dcterms:created xsi:type="dcterms:W3CDTF">2025-08-15T16:26:29Z</dcterms:created>
  <dcterms:modified xsi:type="dcterms:W3CDTF">2025-09-04T17:36:08Z</dcterms:modified>
</cp:coreProperties>
</file>